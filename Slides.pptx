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256" r:id="rId2"/>
    <p:sldId id="257" r:id="rId3"/>
    <p:sldId id="258" r:id="rId4"/>
    <p:sldId id="259" r:id="rId5"/>
    <p:sldId id="260" r:id="rId6"/>
    <p:sldId id="275" r:id="rId7"/>
    <p:sldId id="261" r:id="rId8"/>
    <p:sldId id="276" r:id="rId9"/>
    <p:sldId id="278" r:id="rId10"/>
    <p:sldId id="279" r:id="rId11"/>
    <p:sldId id="296" r:id="rId12"/>
    <p:sldId id="280" r:id="rId13"/>
    <p:sldId id="281" r:id="rId14"/>
    <p:sldId id="282" r:id="rId15"/>
    <p:sldId id="284" r:id="rId16"/>
    <p:sldId id="285" r:id="rId17"/>
    <p:sldId id="286" r:id="rId18"/>
    <p:sldId id="287" r:id="rId19"/>
    <p:sldId id="288" r:id="rId20"/>
    <p:sldId id="289" r:id="rId21"/>
    <p:sldId id="290" r:id="rId22"/>
    <p:sldId id="291" r:id="rId23"/>
    <p:sldId id="292" r:id="rId24"/>
    <p:sldId id="293" r:id="rId25"/>
    <p:sldId id="294" r:id="rId26"/>
    <p:sldId id="295" r:id="rId27"/>
    <p:sldId id="274" r:id="rId28"/>
  </p:sldIdLst>
  <p:sldSz cx="18288000" cy="10287000"/>
  <p:notesSz cx="6858000" cy="9144000"/>
  <p:embeddedFontLst>
    <p:embeddedFont>
      <p:font typeface="Noto Sans" panose="020B0502040504020204" pitchFamily="34" charset="0"/>
      <p:regular r:id="rId30"/>
      <p:bold r:id="rId31"/>
      <p:italic r:id="rId32"/>
      <p:boldItalic r:id="rId33"/>
    </p:embeddedFont>
    <p:embeddedFont>
      <p:font typeface="Noto Sans Bold" panose="020B0502040504020204" pitchFamily="34" charset="0"/>
      <p:regular r:id="rId34"/>
      <p:bold r:id="rId3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84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0" d="100"/>
          <a:sy n="70" d="100"/>
        </p:scale>
        <p:origin x="116" y="3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font" Target="fonts/font6.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16.06.2025</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C888C-6E55-AB50-3E98-E38406A69E1B}"/>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958447C-2A27-1ADA-62BE-8EEE14890E04}"/>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B8FBB93-1680-6D90-293E-146250E7C7E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8C86CA1-94D7-AC8D-928A-771707E106E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3F70EC6-E470-6D7C-832D-9367020A5682}"/>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A753AC0F-0A86-E2F7-225C-EC6A815FA30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F10D5DB-C672-3218-8A06-555F07094BA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256700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04879-E7DB-1575-9954-47083FC305FE}"/>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DCE568A-2995-138C-3731-C005B9EE5827}"/>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FE810C64-BD67-159F-F7A1-F68BF8E525D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060BEE2-96F0-4625-6112-D1FFBF7DACA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6AA957C-BE5A-1D02-8E53-8FE87307837B}"/>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2AA230C7-979B-B33B-C419-C442E2493F3A}"/>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86B8FA8B-6993-F8AB-B637-92B522DFFCB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743700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BFB9C-23F4-4B43-0BE3-3B8AD94C4BC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9B8A83C2-4473-92F2-4F96-8F949B4C3E45}"/>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A2F976E7-C088-D471-F0BC-15D56BCAD62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02366F8E-8025-2B02-5B32-BA94AE93BC2E}"/>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935E7538-0484-7EA8-BE14-A2C9D2F6716B}"/>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2736111B-F8E1-4C2D-1FEA-8C864839C14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F14DEA3-40B6-FF23-5775-06C28434AAF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7289942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BE97A-D51F-F62F-18FF-5A2913D7278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34CC5692-7568-6600-C8E5-1388F2FDAA6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4E18D97-262E-B160-52B2-359AC434D296}"/>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1FEF02F-4303-7C69-FDB3-AAF7B46BF12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1C19C93-6997-9CB4-99D4-8885D95D6B00}"/>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AE2F55D3-B8A4-1205-2236-4C332F9E95D3}"/>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65E524C-911D-B8E2-966B-8862DA73E9AB}"/>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2460956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CB0E8-BD17-E2F1-CE31-AFDBB1BED953}"/>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91731F-7A8B-D641-B4FD-23D32B1898AA}"/>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AAC6C1C-6D5E-D9E1-CCB4-EE1108DD64F8}"/>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072A0855-AD9A-53A6-BCF4-7A6D7A2BF301}"/>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1F951F67-363D-10ED-9D77-91153DEB6C0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1245B83F-4E32-82F0-0A73-1C46FB440A7D}"/>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7DDDDAD-FC2B-C6FF-7742-EF5AEE06435D}"/>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738136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A65AA-7B9B-8615-14B6-AE20BCFFE8D0}"/>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73E734-EA2E-DD36-C1A5-72124C1B7D2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193956E-E892-6C8A-48A7-B5C6DA317519}"/>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A5959516-5A58-2CC7-9716-981BE5B67792}"/>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84A4563-2532-F8F0-34E3-4A847F6A801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38622CC4-2FFF-A4CB-DFC5-74CE64E43CA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19D87DB-959E-BBDF-D932-05D1F3F497B0}"/>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2787450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BD595-69EB-4F63-00C5-5FD72E09C768}"/>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1285185-1A38-833E-D98F-A6A400804CB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9ABCBBB2-E343-2357-90D6-6B7E926EA63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B14E88F-46C8-A889-86BF-A0FB4575AAD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2E8A8EC4-3F07-0D48-A7DF-7689EA70A162}"/>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301216DC-79D9-456A-CE2C-A566A7196D72}"/>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6D7FE90-46D6-F54B-689F-8CBADB3E008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3738839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63E11-C314-B4E7-130D-4B5D18039924}"/>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B68BBF41-D4E4-D751-D3C7-6110B6C0842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0DA5D03-3E88-1FE3-F007-D370F307C230}"/>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1AAA39FD-6943-8553-A051-D71E28CF1F89}"/>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4DA6D87F-3568-E3CC-DFE7-D6F506865134}"/>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7EEEEDC4-DD84-27BC-A329-4290148CEA4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A117939A-8D8D-26BF-0F90-5DB9F72B4083}"/>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1415650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0B6E1-E0D3-F02B-53C1-1E654318405D}"/>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2BCD3204-25D3-7B39-13CB-A54B8777D32A}"/>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1D2B468-21C1-DC78-9E5E-7DB09026BB18}"/>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9FAA182-49B2-9C35-F290-892CB2DBD404}"/>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E48E95AA-EF95-A6D5-D514-E4ACD1B0A7B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8BA0ABA9-1004-83BB-485E-90FDF93AC37B}"/>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E1161E30-6E46-28BC-FFAF-61411C8F6FD8}"/>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4681190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82F28-2F74-C83C-D1BB-7F8D78C9470A}"/>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4EEC34-42AF-65B8-3356-325F4EF63B38}"/>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78E1CBDF-CF79-2D47-C73B-C6E9E879DA3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F2925AB-DFA1-1FF5-D656-0F7E7386205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D466AA02-E784-3A2B-022C-2897401FC3C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F0846555-3875-E479-CBC0-E3E0A3D0109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88EED8C-4D5D-F62C-41EB-65706E7BDD0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1498202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D153B-9334-11CC-0508-BBC2E48C71BF}"/>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4E7B6A-344E-8347-71D4-E0B00CD77240}"/>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0502BF5-448D-E280-99CB-26B2ACCDF71A}"/>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0D6C8570-9EF5-8314-6863-2E2421472A06}"/>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C1105235-6796-5AEE-EE2E-15EE7CC4906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4A5CE54D-5E90-809B-4888-FD326F9F6050}"/>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4C097C9C-A6E6-9878-347B-C1EC2FF78D3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59785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B002E4-E1C6-CDD4-6F87-2C0DCEC6A92C}"/>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D4D3FF4C-9559-E9E9-9B69-341485492166}"/>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39E2135F-6F89-4F1E-655A-07D4BAD73F54}"/>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EDF7CC3C-66D9-E755-BEC2-D13B06F48E6F}"/>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51368879-791D-9342-665D-FFE9F6B6542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799E79CC-D5DC-B227-CA3B-69F14C0A13EA}"/>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D4485E8F-E8C4-787B-AF49-B108909874BA}"/>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40612303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D987B-40BF-628A-065F-3E6D8F4423F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4F73AF1-EFDC-3FEC-9E69-11C033DC0A22}"/>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CE7C782-0B8E-26AE-C3F1-40F156562521}"/>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5B3AF893-136B-0532-9912-5B312C1132C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FEE33C07-7078-BE62-F5D9-9F94F3F8FF45}"/>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C2D2C65A-A600-72BE-2F85-D3ACA4067899}"/>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65C9A1F2-69B3-7C79-5D8A-9270B3BA3A49}"/>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7525590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9CB0-C19B-35E0-BA9C-8B7C3B0C500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F93AD1F-EB01-599A-6BC7-497312F85353}"/>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FB23DF1-76B0-BA7E-F1F5-17422D44E2E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6B3BAF9D-C851-F38C-60CB-796A646F11FB}"/>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3285744-65BE-4C82-6B8C-87D26194D30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32EDA1BC-8DDC-1FB1-7F2F-B727DEF91EB8}"/>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A2CB2ED-C781-B238-58EA-8B6332503D27}"/>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139213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E0C13-D7F7-AACE-4079-50574F15AF55}"/>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4F11C10B-D1CB-831A-8CB9-AA2BE359E7A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1465196B-58E1-C31C-D6CF-8E8A5363338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6B383F4-78F7-9DAE-B78E-2407596770B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60BECC16-6EF3-B2D8-BD72-2174F31872C3}"/>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659D7456-3CE7-BAC0-6F91-E15AF6BBBFAA}"/>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2423716B-DAFC-3C35-0C87-2BE3C52C4572}"/>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22293165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F168D-56BC-48B7-75A7-A416112F5FC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CA1B9CF9-BE6D-45E2-1BB0-D9CB1828B443}"/>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5142DDB0-F9FE-6129-375A-EBA3BEFD889D}"/>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02216C5-A878-160A-A09B-53878C70BD6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0943221B-BF24-CB5C-EC4B-4B847DA1DF68}"/>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696E265E-A14A-F665-CA02-9F4A33180616}"/>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3D87AFFB-D816-A3F5-D70F-DA628A497336}"/>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4800627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606D12-33CF-8C0A-1A33-B9AB58170842}"/>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2B5061A-B287-AEB1-C428-44B5476C3E09}"/>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BCD874C6-494A-DFCD-8AEF-FFD4D86A6D8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7991ACB4-8F67-149F-CF59-C1E552A1102C}"/>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7BC7362-6388-3F30-3AA5-8317916A3ADE}"/>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F46A9BD3-CBBF-649E-514A-1BD8CBB0553E}"/>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0CDAA7C1-8C8C-7957-B21E-A917E142E76E}"/>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94139489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0F584-C621-5883-5D9B-265D3E4D66B1}"/>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839B1445-1BAD-51C2-BF4B-E062E1F8068F}"/>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C7FC57A1-DF98-4BA8-DB0F-734006FCDCF5}"/>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26971D1D-A3F4-4FAF-110F-B6B38286FABD}"/>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B7CABD23-0B0A-6D1C-7FDF-A6C8AF3CA34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85801F77-A142-4F03-C63E-6D4B172DEC24}"/>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0B0E3CAF-798E-2B5C-A99A-8B0BD1CBB1FF}"/>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31760430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A8688-477D-DDAF-8DD5-4BD4D5DB36E9}"/>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4A02DE8A-6E1A-0A09-E46E-66D8D199082A}"/>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29A63B99-3232-EC32-6A82-62EE872F7BC2}"/>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B08A9106-8945-9CD7-BC47-2E1E1AAEACEA}"/>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8CE4E212-666B-35AD-8B08-E106D878322A}"/>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9657E5BF-7CC4-B238-908E-B811AA10237D}"/>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1CAFB723-CE75-2DA6-FF0B-774F77491B95}"/>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48025537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FDA81-AAF2-2F55-5474-626108A8FBEB}"/>
            </a:ext>
          </a:extLst>
        </p:cNvPr>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725FD3-8562-86FF-5691-BB9BE92C260D}"/>
              </a:ext>
            </a:extLst>
          </p:cNvPr>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a:extLst>
              <a:ext uri="{FF2B5EF4-FFF2-40B4-BE49-F238E27FC236}">
                <a16:creationId xmlns:a16="http://schemas.microsoft.com/office/drawing/2014/main" id="{4B30E161-FCF0-8876-7562-A9DB0EC3DCCE}"/>
              </a:ext>
            </a:extLst>
          </p:cNvPr>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a:extLst>
              <a:ext uri="{FF2B5EF4-FFF2-40B4-BE49-F238E27FC236}">
                <a16:creationId xmlns:a16="http://schemas.microsoft.com/office/drawing/2014/main" id="{B399FB5C-9408-A8F0-502D-B3E90FC7E965}"/>
              </a:ext>
            </a:extLst>
          </p:cNvPr>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a:extLst>
              <a:ext uri="{FF2B5EF4-FFF2-40B4-BE49-F238E27FC236}">
                <a16:creationId xmlns:a16="http://schemas.microsoft.com/office/drawing/2014/main" id="{A6DCD297-6B20-97C8-C3A3-27CBAB483A0C}"/>
              </a:ext>
            </a:extLst>
          </p:cNvPr>
          <p:cNvSpPr>
            <a:spLocks noGrp="1"/>
          </p:cNvSpPr>
          <p:nvPr>
            <p:ph type="body" sz="quarter" idx="3"/>
          </p:nvPr>
        </p:nvSpPr>
        <p:spPr>
          <a:xfrm>
            <a:off x="914400" y="3251200"/>
            <a:ext cx="7315200" cy="3081338"/>
          </a:xfrm>
          <a:prstGeom prst="rect">
            <a:avLst/>
          </a:prstGeom>
        </p:spPr>
        <p:txBody>
          <a:bodyPr vert="horz" lIns="91440" tIns="45720" rIns="91440" bIns="45720" rtlCol="0"/>
          <a:lstStyle/>
          <a:p>
            <a:endParaRPr lang="en-US"/>
          </a:p>
        </p:txBody>
      </p:sp>
      <p:sp>
        <p:nvSpPr>
          <p:cNvPr id="6" name="Footer Placeholder 5">
            <a:extLst>
              <a:ext uri="{FF2B5EF4-FFF2-40B4-BE49-F238E27FC236}">
                <a16:creationId xmlns:a16="http://schemas.microsoft.com/office/drawing/2014/main" id="{DE3A89C1-BA65-F075-224A-B9A020DC3DF1}"/>
              </a:ext>
            </a:extLst>
          </p:cNvPr>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a:extLst>
              <a:ext uri="{FF2B5EF4-FFF2-40B4-BE49-F238E27FC236}">
                <a16:creationId xmlns:a16="http://schemas.microsoft.com/office/drawing/2014/main" id="{981D0FE6-03B2-C9CA-E6B0-B94A1B5B2D84}"/>
              </a:ext>
            </a:extLst>
          </p:cNvPr>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extLst>
      <p:ext uri="{BB962C8B-B14F-4D97-AF65-F5344CB8AC3E}">
        <p14:creationId xmlns:p14="http://schemas.microsoft.com/office/powerpoint/2010/main" val="1950014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svg"/><Relationship Id="rId11" Type="http://schemas.openxmlformats.org/officeDocument/2006/relationships/image" Target="../media/image9.jpe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jpg"/><Relationship Id="rId7"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4.svg"/><Relationship Id="rId5" Type="http://schemas.openxmlformats.org/officeDocument/2006/relationships/image" Target="../media/image13.png"/><Relationship Id="rId10" Type="http://schemas.openxmlformats.org/officeDocument/2006/relationships/image" Target="../media/image18.svg"/><Relationship Id="rId4" Type="http://schemas.openxmlformats.org/officeDocument/2006/relationships/image" Target="../media/image12.jpeg"/><Relationship Id="rId9" Type="http://schemas.openxmlformats.org/officeDocument/2006/relationships/image" Target="../media/image17.png"/></Relationships>
</file>

<file path=ppt/slides/_rels/slide3.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5.png"/><Relationship Id="rId7" Type="http://schemas.openxmlformats.org/officeDocument/2006/relationships/image" Target="../media/image21.png"/><Relationship Id="rId12" Type="http://schemas.openxmlformats.org/officeDocument/2006/relationships/image" Target="../media/image24.sv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20.svg"/><Relationship Id="rId11" Type="http://schemas.openxmlformats.org/officeDocument/2006/relationships/image" Target="../media/image23.png"/><Relationship Id="rId5" Type="http://schemas.openxmlformats.org/officeDocument/2006/relationships/image" Target="../media/image19.png"/><Relationship Id="rId10" Type="http://schemas.openxmlformats.org/officeDocument/2006/relationships/image" Target="../media/image14.svg"/><Relationship Id="rId4" Type="http://schemas.openxmlformats.org/officeDocument/2006/relationships/image" Target="../media/image16.sv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6.svg"/><Relationship Id="rId9" Type="http://schemas.openxmlformats.org/officeDocument/2006/relationships/image" Target="../media/image20.svg"/></Relationships>
</file>

<file path=ppt/slides/_rels/slide5.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38.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image" Target="../media/image45.png"/></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47.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7.xml"/><Relationship Id="rId5" Type="http://schemas.openxmlformats.org/officeDocument/2006/relationships/image" Target="../media/image51.png"/><Relationship Id="rId4" Type="http://schemas.openxmlformats.org/officeDocument/2006/relationships/image" Target="../media/image50.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p:cNvGrpSpPr/>
        <p:nvPr/>
      </p:nvGrpSpPr>
      <p:grpSpPr>
        <a:xfrm>
          <a:off x="0" y="0"/>
          <a:ext cx="0" cy="0"/>
          <a:chOff x="0" y="0"/>
          <a:chExt cx="0" cy="0"/>
        </a:xfrm>
      </p:grpSpPr>
      <p:grpSp>
        <p:nvGrpSpPr>
          <p:cNvPr id="2" name="Group 2"/>
          <p:cNvGrpSpPr/>
          <p:nvPr/>
        </p:nvGrpSpPr>
        <p:grpSpPr>
          <a:xfrm>
            <a:off x="17559713" y="477093"/>
            <a:ext cx="121618" cy="121148"/>
            <a:chOff x="0" y="0"/>
            <a:chExt cx="162157" cy="161531"/>
          </a:xfrm>
        </p:grpSpPr>
        <p:sp>
          <p:nvSpPr>
            <p:cNvPr id="3" name="Freeform 3"/>
            <p:cNvSpPr/>
            <p:nvPr/>
          </p:nvSpPr>
          <p:spPr>
            <a:xfrm>
              <a:off x="0" y="0"/>
              <a:ext cx="162179" cy="161417"/>
            </a:xfrm>
            <a:custGeom>
              <a:avLst/>
              <a:gdLst/>
              <a:ahLst/>
              <a:cxnLst/>
              <a:rect l="l" t="t" r="r" b="b"/>
              <a:pathLst>
                <a:path w="162179" h="161417">
                  <a:moveTo>
                    <a:pt x="3937" y="0"/>
                  </a:moveTo>
                  <a:lnTo>
                    <a:pt x="158242" y="0"/>
                  </a:lnTo>
                  <a:cubicBezTo>
                    <a:pt x="160401" y="0"/>
                    <a:pt x="162179" y="1778"/>
                    <a:pt x="162179" y="3937"/>
                  </a:cubicBezTo>
                  <a:lnTo>
                    <a:pt x="162179" y="157480"/>
                  </a:lnTo>
                  <a:cubicBezTo>
                    <a:pt x="162179" y="159639"/>
                    <a:pt x="160401" y="161417"/>
                    <a:pt x="158242" y="161417"/>
                  </a:cubicBezTo>
                  <a:lnTo>
                    <a:pt x="3937" y="161417"/>
                  </a:lnTo>
                  <a:cubicBezTo>
                    <a:pt x="1778" y="161417"/>
                    <a:pt x="0" y="159639"/>
                    <a:pt x="0" y="157480"/>
                  </a:cubicBezTo>
                  <a:lnTo>
                    <a:pt x="0" y="3937"/>
                  </a:lnTo>
                  <a:cubicBezTo>
                    <a:pt x="0" y="1778"/>
                    <a:pt x="1778" y="0"/>
                    <a:pt x="3937" y="0"/>
                  </a:cubicBezTo>
                  <a:moveTo>
                    <a:pt x="3937" y="7874"/>
                  </a:moveTo>
                  <a:lnTo>
                    <a:pt x="3937" y="3937"/>
                  </a:lnTo>
                  <a:lnTo>
                    <a:pt x="7874" y="3937"/>
                  </a:lnTo>
                  <a:lnTo>
                    <a:pt x="7874" y="157480"/>
                  </a:lnTo>
                  <a:lnTo>
                    <a:pt x="3937" y="157480"/>
                  </a:lnTo>
                  <a:lnTo>
                    <a:pt x="3937" y="153543"/>
                  </a:lnTo>
                  <a:lnTo>
                    <a:pt x="158242" y="153543"/>
                  </a:lnTo>
                  <a:lnTo>
                    <a:pt x="158242" y="157480"/>
                  </a:lnTo>
                  <a:lnTo>
                    <a:pt x="154305" y="157480"/>
                  </a:lnTo>
                  <a:lnTo>
                    <a:pt x="154305" y="3937"/>
                  </a:lnTo>
                  <a:lnTo>
                    <a:pt x="158242" y="3937"/>
                  </a:lnTo>
                  <a:lnTo>
                    <a:pt x="158242" y="7874"/>
                  </a:lnTo>
                  <a:lnTo>
                    <a:pt x="3937" y="7874"/>
                  </a:lnTo>
                  <a:close/>
                </a:path>
              </a:pathLst>
            </a:custGeom>
            <a:solidFill>
              <a:srgbClr val="00CFCC"/>
            </a:solidFill>
          </p:spPr>
          <p:txBody>
            <a:bodyPr/>
            <a:lstStyle/>
            <a:p>
              <a:endParaRPr lang="en-ID"/>
            </a:p>
          </p:txBody>
        </p:sp>
      </p:grpSp>
      <p:sp>
        <p:nvSpPr>
          <p:cNvPr id="4" name="Freeform 4"/>
          <p:cNvSpPr/>
          <p:nvPr/>
        </p:nvSpPr>
        <p:spPr>
          <a:xfrm>
            <a:off x="17292531" y="2507530"/>
            <a:ext cx="388800" cy="4942460"/>
          </a:xfrm>
          <a:custGeom>
            <a:avLst/>
            <a:gdLst/>
            <a:ahLst/>
            <a:cxnLst/>
            <a:rect l="l" t="t" r="r" b="b"/>
            <a:pathLst>
              <a:path w="388800" h="4942460">
                <a:moveTo>
                  <a:pt x="0" y="0"/>
                </a:moveTo>
                <a:lnTo>
                  <a:pt x="388800" y="0"/>
                </a:lnTo>
                <a:lnTo>
                  <a:pt x="388800" y="4942460"/>
                </a:lnTo>
                <a:lnTo>
                  <a:pt x="0" y="494246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ID"/>
          </a:p>
        </p:txBody>
      </p:sp>
      <p:sp>
        <p:nvSpPr>
          <p:cNvPr id="5" name="Freeform 5"/>
          <p:cNvSpPr/>
          <p:nvPr/>
        </p:nvSpPr>
        <p:spPr>
          <a:xfrm>
            <a:off x="275621" y="42892"/>
            <a:ext cx="202068" cy="3815363"/>
          </a:xfrm>
          <a:custGeom>
            <a:avLst/>
            <a:gdLst/>
            <a:ahLst/>
            <a:cxnLst/>
            <a:rect l="l" t="t" r="r" b="b"/>
            <a:pathLst>
              <a:path w="202068" h="3815363">
                <a:moveTo>
                  <a:pt x="0" y="0"/>
                </a:moveTo>
                <a:lnTo>
                  <a:pt x="202068" y="0"/>
                </a:lnTo>
                <a:lnTo>
                  <a:pt x="202068" y="3815363"/>
                </a:lnTo>
                <a:lnTo>
                  <a:pt x="0" y="3815363"/>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a:p>
        </p:txBody>
      </p:sp>
      <p:sp>
        <p:nvSpPr>
          <p:cNvPr id="6" name="Freeform 6"/>
          <p:cNvSpPr/>
          <p:nvPr/>
        </p:nvSpPr>
        <p:spPr>
          <a:xfrm>
            <a:off x="828908" y="3763112"/>
            <a:ext cx="242868" cy="4086802"/>
          </a:xfrm>
          <a:custGeom>
            <a:avLst/>
            <a:gdLst/>
            <a:ahLst/>
            <a:cxnLst/>
            <a:rect l="l" t="t" r="r" b="b"/>
            <a:pathLst>
              <a:path w="242868" h="4086802">
                <a:moveTo>
                  <a:pt x="0" y="0"/>
                </a:moveTo>
                <a:lnTo>
                  <a:pt x="242868" y="0"/>
                </a:lnTo>
                <a:lnTo>
                  <a:pt x="242868" y="4086802"/>
                </a:lnTo>
                <a:lnTo>
                  <a:pt x="0" y="408680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ID"/>
          </a:p>
        </p:txBody>
      </p:sp>
      <p:grpSp>
        <p:nvGrpSpPr>
          <p:cNvPr id="7" name="Group 7"/>
          <p:cNvGrpSpPr/>
          <p:nvPr/>
        </p:nvGrpSpPr>
        <p:grpSpPr>
          <a:xfrm>
            <a:off x="16108139" y="3436953"/>
            <a:ext cx="214122" cy="214594"/>
            <a:chOff x="0" y="0"/>
            <a:chExt cx="285496" cy="286125"/>
          </a:xfrm>
        </p:grpSpPr>
        <p:sp>
          <p:nvSpPr>
            <p:cNvPr id="8" name="Freeform 8"/>
            <p:cNvSpPr/>
            <p:nvPr/>
          </p:nvSpPr>
          <p:spPr>
            <a:xfrm>
              <a:off x="127" y="127"/>
              <a:ext cx="285369" cy="286004"/>
            </a:xfrm>
            <a:custGeom>
              <a:avLst/>
              <a:gdLst/>
              <a:ahLst/>
              <a:cxnLst/>
              <a:rect l="l" t="t" r="r" b="b"/>
              <a:pathLst>
                <a:path w="285369" h="286004">
                  <a:moveTo>
                    <a:pt x="3937" y="0"/>
                  </a:moveTo>
                  <a:lnTo>
                    <a:pt x="281432" y="0"/>
                  </a:lnTo>
                  <a:cubicBezTo>
                    <a:pt x="283591" y="0"/>
                    <a:pt x="285369" y="1778"/>
                    <a:pt x="285369" y="3937"/>
                  </a:cubicBezTo>
                  <a:lnTo>
                    <a:pt x="285369" y="282067"/>
                  </a:lnTo>
                  <a:cubicBezTo>
                    <a:pt x="285369" y="284226"/>
                    <a:pt x="283591" y="286004"/>
                    <a:pt x="281432" y="286004"/>
                  </a:cubicBezTo>
                  <a:lnTo>
                    <a:pt x="3937" y="286004"/>
                  </a:lnTo>
                  <a:cubicBezTo>
                    <a:pt x="1778" y="286004"/>
                    <a:pt x="0" y="284226"/>
                    <a:pt x="0" y="282067"/>
                  </a:cubicBezTo>
                  <a:lnTo>
                    <a:pt x="0" y="3937"/>
                  </a:lnTo>
                  <a:cubicBezTo>
                    <a:pt x="0" y="1778"/>
                    <a:pt x="1778" y="0"/>
                    <a:pt x="3937" y="0"/>
                  </a:cubicBezTo>
                  <a:moveTo>
                    <a:pt x="3937" y="7874"/>
                  </a:moveTo>
                  <a:lnTo>
                    <a:pt x="3937" y="3937"/>
                  </a:lnTo>
                  <a:lnTo>
                    <a:pt x="7874" y="3937"/>
                  </a:lnTo>
                  <a:lnTo>
                    <a:pt x="7874" y="282067"/>
                  </a:lnTo>
                  <a:lnTo>
                    <a:pt x="3937" y="282067"/>
                  </a:lnTo>
                  <a:lnTo>
                    <a:pt x="3937" y="278003"/>
                  </a:lnTo>
                  <a:lnTo>
                    <a:pt x="281432" y="278003"/>
                  </a:lnTo>
                  <a:lnTo>
                    <a:pt x="281432" y="281940"/>
                  </a:lnTo>
                  <a:lnTo>
                    <a:pt x="277495" y="281940"/>
                  </a:lnTo>
                  <a:lnTo>
                    <a:pt x="277495" y="3937"/>
                  </a:lnTo>
                  <a:lnTo>
                    <a:pt x="281432" y="3937"/>
                  </a:lnTo>
                  <a:lnTo>
                    <a:pt x="281432" y="7874"/>
                  </a:lnTo>
                  <a:lnTo>
                    <a:pt x="3937" y="7874"/>
                  </a:lnTo>
                  <a:close/>
                </a:path>
              </a:pathLst>
            </a:custGeom>
            <a:solidFill>
              <a:srgbClr val="00CFCC"/>
            </a:solidFill>
          </p:spPr>
          <p:txBody>
            <a:bodyPr/>
            <a:lstStyle/>
            <a:p>
              <a:endParaRPr lang="en-ID"/>
            </a:p>
          </p:txBody>
        </p:sp>
      </p:grpSp>
      <p:sp>
        <p:nvSpPr>
          <p:cNvPr id="9" name="Freeform 9"/>
          <p:cNvSpPr/>
          <p:nvPr/>
        </p:nvSpPr>
        <p:spPr>
          <a:xfrm>
            <a:off x="16322261" y="4978760"/>
            <a:ext cx="398002" cy="4279540"/>
          </a:xfrm>
          <a:custGeom>
            <a:avLst/>
            <a:gdLst/>
            <a:ahLst/>
            <a:cxnLst/>
            <a:rect l="l" t="t" r="r" b="b"/>
            <a:pathLst>
              <a:path w="398002" h="4279540">
                <a:moveTo>
                  <a:pt x="0" y="0"/>
                </a:moveTo>
                <a:lnTo>
                  <a:pt x="398002" y="0"/>
                </a:lnTo>
                <a:lnTo>
                  <a:pt x="398002" y="4279540"/>
                </a:lnTo>
                <a:lnTo>
                  <a:pt x="0" y="4279540"/>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ID"/>
          </a:p>
        </p:txBody>
      </p:sp>
      <p:sp>
        <p:nvSpPr>
          <p:cNvPr id="10" name="AutoShape 10"/>
          <p:cNvSpPr/>
          <p:nvPr/>
        </p:nvSpPr>
        <p:spPr>
          <a:xfrm flipV="1">
            <a:off x="6105885" y="1931523"/>
            <a:ext cx="6076231" cy="19050"/>
          </a:xfrm>
          <a:prstGeom prst="line">
            <a:avLst/>
          </a:prstGeom>
          <a:ln w="38100" cap="flat">
            <a:solidFill>
              <a:srgbClr val="FFFFFF"/>
            </a:solidFill>
            <a:prstDash val="solid"/>
            <a:headEnd type="none" w="sm" len="sm"/>
            <a:tailEnd type="none" w="sm" len="sm"/>
          </a:ln>
        </p:spPr>
        <p:txBody>
          <a:bodyPr/>
          <a:lstStyle/>
          <a:p>
            <a:endParaRPr lang="en-ID"/>
          </a:p>
        </p:txBody>
      </p:sp>
      <p:sp>
        <p:nvSpPr>
          <p:cNvPr id="11" name="Freeform 11"/>
          <p:cNvSpPr/>
          <p:nvPr/>
        </p:nvSpPr>
        <p:spPr>
          <a:xfrm>
            <a:off x="1095220" y="860742"/>
            <a:ext cx="2105180" cy="2072958"/>
          </a:xfrm>
          <a:custGeom>
            <a:avLst/>
            <a:gdLst/>
            <a:ahLst/>
            <a:cxnLst/>
            <a:rect l="l" t="t" r="r" b="b"/>
            <a:pathLst>
              <a:path w="2105180" h="2072958">
                <a:moveTo>
                  <a:pt x="0" y="0"/>
                </a:moveTo>
                <a:lnTo>
                  <a:pt x="2105180" y="0"/>
                </a:lnTo>
                <a:lnTo>
                  <a:pt x="2105180" y="2072959"/>
                </a:lnTo>
                <a:lnTo>
                  <a:pt x="0" y="2072959"/>
                </a:lnTo>
                <a:lnTo>
                  <a:pt x="0" y="0"/>
                </a:lnTo>
                <a:close/>
              </a:path>
            </a:pathLst>
          </a:custGeom>
          <a:blipFill>
            <a:blip r:embed="rId11"/>
            <a:stretch>
              <a:fillRect/>
            </a:stretch>
          </a:blipFill>
        </p:spPr>
        <p:txBody>
          <a:bodyPr/>
          <a:lstStyle/>
          <a:p>
            <a:endParaRPr lang="en-ID"/>
          </a:p>
        </p:txBody>
      </p:sp>
      <p:sp>
        <p:nvSpPr>
          <p:cNvPr id="12" name="Freeform 12"/>
          <p:cNvSpPr/>
          <p:nvPr/>
        </p:nvSpPr>
        <p:spPr>
          <a:xfrm>
            <a:off x="15225466" y="860742"/>
            <a:ext cx="1967314" cy="1967314"/>
          </a:xfrm>
          <a:custGeom>
            <a:avLst/>
            <a:gdLst/>
            <a:ahLst/>
            <a:cxnLst/>
            <a:rect l="l" t="t" r="r" b="b"/>
            <a:pathLst>
              <a:path w="1967314" h="1967314">
                <a:moveTo>
                  <a:pt x="0" y="0"/>
                </a:moveTo>
                <a:lnTo>
                  <a:pt x="1967314" y="0"/>
                </a:lnTo>
                <a:lnTo>
                  <a:pt x="1967314" y="1967314"/>
                </a:lnTo>
                <a:lnTo>
                  <a:pt x="0" y="1967314"/>
                </a:lnTo>
                <a:lnTo>
                  <a:pt x="0" y="0"/>
                </a:lnTo>
                <a:close/>
              </a:path>
            </a:pathLst>
          </a:custGeom>
          <a:blipFill>
            <a:blip r:embed="rId12"/>
            <a:stretch>
              <a:fillRect/>
            </a:stretch>
          </a:blipFill>
        </p:spPr>
        <p:txBody>
          <a:bodyPr/>
          <a:lstStyle/>
          <a:p>
            <a:endParaRPr lang="en-ID"/>
          </a:p>
        </p:txBody>
      </p:sp>
      <p:sp>
        <p:nvSpPr>
          <p:cNvPr id="13" name="TextBox 13"/>
          <p:cNvSpPr txBox="1"/>
          <p:nvPr/>
        </p:nvSpPr>
        <p:spPr>
          <a:xfrm>
            <a:off x="5834242" y="2946752"/>
            <a:ext cx="6619516" cy="899029"/>
          </a:xfrm>
          <a:prstGeom prst="rect">
            <a:avLst/>
          </a:prstGeom>
        </p:spPr>
        <p:txBody>
          <a:bodyPr wrap="square" lIns="0" tIns="0" rIns="0" bIns="0" rtlCol="0" anchor="t">
            <a:spAutoFit/>
          </a:bodyPr>
          <a:lstStyle/>
          <a:p>
            <a:pPr algn="just">
              <a:lnSpc>
                <a:spcPts val="7515"/>
              </a:lnSpc>
            </a:pPr>
            <a:r>
              <a:rPr lang="en-US" sz="5368" b="1" dirty="0">
                <a:solidFill>
                  <a:srgbClr val="FFFFFF"/>
                </a:solidFill>
                <a:latin typeface="Noto Sans Bold"/>
                <a:ea typeface="Noto Sans Bold"/>
                <a:cs typeface="Noto Sans Bold"/>
                <a:sym typeface="Noto Sans Bold"/>
              </a:rPr>
              <a:t>PBL 1: LẬP TRÌNH</a:t>
            </a:r>
          </a:p>
        </p:txBody>
      </p:sp>
      <p:sp>
        <p:nvSpPr>
          <p:cNvPr id="14" name="TextBox 14"/>
          <p:cNvSpPr txBox="1"/>
          <p:nvPr/>
        </p:nvSpPr>
        <p:spPr>
          <a:xfrm>
            <a:off x="5182071" y="679861"/>
            <a:ext cx="7923859" cy="1047750"/>
          </a:xfrm>
          <a:prstGeom prst="rect">
            <a:avLst/>
          </a:prstGeom>
        </p:spPr>
        <p:txBody>
          <a:bodyPr wrap="square" lIns="0" tIns="0" rIns="0" bIns="0" rtlCol="0" anchor="t">
            <a:spAutoFit/>
          </a:bodyPr>
          <a:lstStyle/>
          <a:p>
            <a:pPr algn="ctr">
              <a:lnSpc>
                <a:spcPts val="4200"/>
              </a:lnSpc>
            </a:pPr>
            <a:r>
              <a:rPr lang="en-US" sz="3000" b="1" dirty="0">
                <a:solidFill>
                  <a:srgbClr val="FFFFFF"/>
                </a:solidFill>
                <a:latin typeface="Noto Sans Bold"/>
                <a:ea typeface="Noto Sans Bold"/>
                <a:cs typeface="Noto Sans Bold"/>
                <a:sym typeface="Noto Sans Bold"/>
              </a:rPr>
              <a:t>TRƯỜNG ĐẠI HỌC BÁCH KHOA ĐÀ NẴNG</a:t>
            </a:r>
          </a:p>
          <a:p>
            <a:pPr algn="ctr">
              <a:lnSpc>
                <a:spcPts val="4200"/>
              </a:lnSpc>
            </a:pPr>
            <a:r>
              <a:rPr lang="en-US" sz="3000" b="1" dirty="0">
                <a:solidFill>
                  <a:srgbClr val="FFFFFF"/>
                </a:solidFill>
                <a:latin typeface="Noto Sans Bold"/>
                <a:ea typeface="Noto Sans Bold"/>
                <a:cs typeface="Noto Sans Bold"/>
                <a:sym typeface="Noto Sans Bold"/>
              </a:rPr>
              <a:t>KHOA ĐIỆN TỬ - VIỄN THÔNG </a:t>
            </a:r>
          </a:p>
        </p:txBody>
      </p:sp>
      <p:sp>
        <p:nvSpPr>
          <p:cNvPr id="15" name="TextBox 15"/>
          <p:cNvSpPr txBox="1"/>
          <p:nvPr/>
        </p:nvSpPr>
        <p:spPr>
          <a:xfrm>
            <a:off x="1028700" y="4686300"/>
            <a:ext cx="16230600" cy="2989921"/>
          </a:xfrm>
          <a:prstGeom prst="rect">
            <a:avLst/>
          </a:prstGeom>
        </p:spPr>
        <p:txBody>
          <a:bodyPr lIns="0" tIns="0" rIns="0" bIns="0" rtlCol="0" anchor="t">
            <a:spAutoFit/>
          </a:bodyPr>
          <a:lstStyle/>
          <a:p>
            <a:pPr algn="ctr">
              <a:lnSpc>
                <a:spcPct val="150000"/>
              </a:lnSpc>
            </a:pPr>
            <a:r>
              <a:rPr lang="en-US" sz="6841" b="1">
                <a:solidFill>
                  <a:srgbClr val="FF5757"/>
                </a:solidFill>
                <a:latin typeface="Noto Sans Bold"/>
                <a:ea typeface="Noto Sans Bold"/>
                <a:cs typeface="Noto Sans Bold"/>
                <a:sym typeface="Noto Sans Bold"/>
              </a:rPr>
              <a:t>XÂY DỰNG HỆ THỐNG BÃI GIỮ XE THÔNG MINH</a:t>
            </a:r>
            <a:endParaRPr lang="en-US" sz="6841" b="1" dirty="0">
              <a:solidFill>
                <a:srgbClr val="FF5757"/>
              </a:solidFill>
              <a:latin typeface="Noto Sans Bold"/>
              <a:ea typeface="Noto Sans Bold"/>
              <a:cs typeface="Noto Sans Bold"/>
              <a:sym typeface="Noto Sans Bold"/>
            </a:endParaRP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p:cNvGrpSpPr/>
        <p:nvPr/>
      </p:nvGrpSpPr>
      <p:grpSpPr>
        <a:xfrm>
          <a:off x="0" y="0"/>
          <a:ext cx="0" cy="0"/>
          <a:chOff x="0" y="0"/>
          <a:chExt cx="0" cy="0"/>
        </a:xfrm>
      </p:grpSpPr>
      <p:grpSp>
        <p:nvGrpSpPr>
          <p:cNvPr id="2" name="Group 2"/>
          <p:cNvGrpSpPr/>
          <p:nvPr/>
        </p:nvGrpSpPr>
        <p:grpSpPr>
          <a:xfrm>
            <a:off x="17225526" y="1735550"/>
            <a:ext cx="334300" cy="334300"/>
            <a:chOff x="0" y="0"/>
            <a:chExt cx="445733" cy="445733"/>
          </a:xfrm>
        </p:grpSpPr>
        <p:sp>
          <p:nvSpPr>
            <p:cNvPr id="3" name="Freeform 3"/>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4" name="Group 4"/>
          <p:cNvGrpSpPr/>
          <p:nvPr/>
        </p:nvGrpSpPr>
        <p:grpSpPr>
          <a:xfrm>
            <a:off x="17284050" y="970350"/>
            <a:ext cx="217300" cy="217300"/>
            <a:chOff x="0" y="0"/>
            <a:chExt cx="289733" cy="289733"/>
          </a:xfrm>
        </p:grpSpPr>
        <p:sp>
          <p:nvSpPr>
            <p:cNvPr id="5" name="Freeform 5"/>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p>
          </p:txBody>
        </p:sp>
      </p:grpSp>
      <p:grpSp>
        <p:nvGrpSpPr>
          <p:cNvPr id="6" name="Group 6"/>
          <p:cNvGrpSpPr/>
          <p:nvPr/>
        </p:nvGrpSpPr>
        <p:grpSpPr>
          <a:xfrm>
            <a:off x="17708900" y="390050"/>
            <a:ext cx="311850" cy="312750"/>
            <a:chOff x="0" y="0"/>
            <a:chExt cx="415800" cy="417000"/>
          </a:xfrm>
        </p:grpSpPr>
        <p:sp>
          <p:nvSpPr>
            <p:cNvPr id="7" name="Freeform 7"/>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8" name="Group 8"/>
          <p:cNvGrpSpPr/>
          <p:nvPr/>
        </p:nvGrpSpPr>
        <p:grpSpPr>
          <a:xfrm>
            <a:off x="304420" y="9507822"/>
            <a:ext cx="190986" cy="190924"/>
            <a:chOff x="0" y="0"/>
            <a:chExt cx="254648" cy="254565"/>
          </a:xfrm>
        </p:grpSpPr>
        <p:sp>
          <p:nvSpPr>
            <p:cNvPr id="9" name="Freeform 9"/>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10" name="Group 10"/>
          <p:cNvGrpSpPr/>
          <p:nvPr/>
        </p:nvGrpSpPr>
        <p:grpSpPr>
          <a:xfrm>
            <a:off x="17782576" y="1432170"/>
            <a:ext cx="164518" cy="164518"/>
            <a:chOff x="0" y="0"/>
            <a:chExt cx="219357" cy="219357"/>
          </a:xfrm>
        </p:grpSpPr>
        <p:sp>
          <p:nvSpPr>
            <p:cNvPr id="11" name="Freeform 11"/>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p>
          </p:txBody>
        </p:sp>
      </p:grpSp>
      <p:grpSp>
        <p:nvGrpSpPr>
          <p:cNvPr id="12" name="Group 12"/>
          <p:cNvGrpSpPr/>
          <p:nvPr/>
        </p:nvGrpSpPr>
        <p:grpSpPr>
          <a:xfrm>
            <a:off x="404850" y="8803450"/>
            <a:ext cx="334300" cy="334300"/>
            <a:chOff x="0" y="0"/>
            <a:chExt cx="445733" cy="445733"/>
          </a:xfrm>
        </p:grpSpPr>
        <p:sp>
          <p:nvSpPr>
            <p:cNvPr id="13" name="Freeform 13"/>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14" name="Group 14"/>
          <p:cNvGrpSpPr/>
          <p:nvPr/>
        </p:nvGrpSpPr>
        <p:grpSpPr>
          <a:xfrm>
            <a:off x="925800" y="9507800"/>
            <a:ext cx="311850" cy="312750"/>
            <a:chOff x="0" y="0"/>
            <a:chExt cx="415800" cy="417000"/>
          </a:xfrm>
        </p:grpSpPr>
        <p:sp>
          <p:nvSpPr>
            <p:cNvPr id="15" name="Freeform 15"/>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sp>
        <p:nvSpPr>
          <p:cNvPr id="16" name="Freeform 16"/>
          <p:cNvSpPr/>
          <p:nvPr/>
        </p:nvSpPr>
        <p:spPr>
          <a:xfrm>
            <a:off x="3839883" y="3602566"/>
            <a:ext cx="3160174" cy="3081869"/>
          </a:xfrm>
          <a:prstGeom prst="roundRect">
            <a:avLst/>
          </a:prstGeom>
          <a:blipFill dpi="0" rotWithShape="1">
            <a:blip r:embed="rId3" cstate="print">
              <a:extLst>
                <a:ext uri="{28A0092B-C50C-407E-A947-70E740481C1C}">
                  <a14:useLocalDpi xmlns:a14="http://schemas.microsoft.com/office/drawing/2010/main" val="0"/>
                </a:ext>
              </a:extLst>
            </a:blip>
            <a:srcRect/>
            <a:stretch>
              <a:fillRect/>
            </a:stretch>
          </a:blipFill>
          <a:ln>
            <a:solidFill>
              <a:srgbClr val="7030A0"/>
            </a:solidFill>
          </a:ln>
        </p:spPr>
        <p:txBody>
          <a:bodyPr/>
          <a:lstStyle/>
          <a:p>
            <a:endParaRPr lang="en-ID"/>
          </a:p>
        </p:txBody>
      </p:sp>
      <p:sp>
        <p:nvSpPr>
          <p:cNvPr id="17" name="Freeform 17"/>
          <p:cNvSpPr/>
          <p:nvPr/>
        </p:nvSpPr>
        <p:spPr>
          <a:xfrm>
            <a:off x="10896600" y="3602565"/>
            <a:ext cx="3154581" cy="3081869"/>
          </a:xfrm>
          <a:prstGeom prst="roundRect">
            <a:avLst/>
          </a:prstGeom>
          <a:blipFill dpi="0" rotWithShape="1">
            <a:blip r:embed="rId4" cstate="print">
              <a:extLst>
                <a:ext uri="{28A0092B-C50C-407E-A947-70E740481C1C}">
                  <a14:useLocalDpi xmlns:a14="http://schemas.microsoft.com/office/drawing/2010/main" val="0"/>
                </a:ext>
              </a:extLst>
            </a:blip>
            <a:srcRect/>
            <a:stretch>
              <a:fillRect/>
            </a:stretch>
          </a:blipFill>
        </p:spPr>
        <p:txBody>
          <a:bodyPr/>
          <a:lstStyle/>
          <a:p>
            <a:endParaRPr lang="en-ID"/>
          </a:p>
        </p:txBody>
      </p:sp>
      <p:sp>
        <p:nvSpPr>
          <p:cNvPr id="18" name="TextBox 18"/>
          <p:cNvSpPr txBox="1"/>
          <p:nvPr/>
        </p:nvSpPr>
        <p:spPr>
          <a:xfrm>
            <a:off x="3588009" y="955175"/>
            <a:ext cx="11111982" cy="1162241"/>
          </a:xfrm>
          <a:prstGeom prst="rect">
            <a:avLst/>
          </a:prstGeom>
        </p:spPr>
        <p:txBody>
          <a:bodyPr wrap="square" lIns="0" tIns="0" rIns="0" bIns="0" rtlCol="0" anchor="t">
            <a:spAutoFit/>
          </a:bodyPr>
          <a:lstStyle/>
          <a:p>
            <a:pPr algn="just">
              <a:lnSpc>
                <a:spcPts val="9698"/>
              </a:lnSpc>
            </a:pPr>
            <a:r>
              <a:rPr lang="vi-VN" sz="6927" b="1">
                <a:solidFill>
                  <a:srgbClr val="FFFFFF"/>
                </a:solidFill>
                <a:latin typeface="Noto Sans Bold"/>
                <a:ea typeface="Noto Sans Bold"/>
                <a:cs typeface="Noto Sans Bold"/>
                <a:sym typeface="Noto Sans Bold"/>
              </a:rPr>
              <a:t>GIỚI THIỆU THÀNH VIÊN</a:t>
            </a:r>
            <a:endParaRPr lang="en-US" sz="6927" b="1">
              <a:solidFill>
                <a:srgbClr val="FFFFFF"/>
              </a:solidFill>
              <a:latin typeface="Noto Sans Bold"/>
              <a:ea typeface="Noto Sans Bold"/>
              <a:cs typeface="Noto Sans Bold"/>
              <a:sym typeface="Noto Sans Bold"/>
            </a:endParaRPr>
          </a:p>
        </p:txBody>
      </p:sp>
      <p:sp>
        <p:nvSpPr>
          <p:cNvPr id="19" name="TextBox 19"/>
          <p:cNvSpPr txBox="1"/>
          <p:nvPr/>
        </p:nvSpPr>
        <p:spPr>
          <a:xfrm>
            <a:off x="2758141" y="6922936"/>
            <a:ext cx="5323657" cy="765851"/>
          </a:xfrm>
          <a:prstGeom prst="rect">
            <a:avLst/>
          </a:prstGeom>
        </p:spPr>
        <p:txBody>
          <a:bodyPr wrap="square" lIns="0" tIns="0" rIns="0" bIns="0" rtlCol="0" anchor="t">
            <a:spAutoFit/>
          </a:bodyPr>
          <a:lstStyle/>
          <a:p>
            <a:pPr algn="ctr">
              <a:lnSpc>
                <a:spcPts val="6357"/>
              </a:lnSpc>
            </a:pPr>
            <a:r>
              <a:rPr lang="vi-VN" sz="4541">
                <a:solidFill>
                  <a:srgbClr val="FFFFFF"/>
                </a:solidFill>
                <a:latin typeface="Noto Sans"/>
                <a:ea typeface="Noto Sans"/>
                <a:cs typeface="Noto Sans"/>
                <a:sym typeface="Noto Sans"/>
              </a:rPr>
              <a:t>Nguyễn Ngọc Anh</a:t>
            </a:r>
            <a:endParaRPr lang="en-US" sz="4541" dirty="0">
              <a:solidFill>
                <a:srgbClr val="FFFFFF"/>
              </a:solidFill>
              <a:latin typeface="Noto Sans"/>
              <a:ea typeface="Noto Sans"/>
              <a:cs typeface="Noto Sans"/>
              <a:sym typeface="Noto Sans"/>
            </a:endParaRPr>
          </a:p>
        </p:txBody>
      </p:sp>
      <p:sp>
        <p:nvSpPr>
          <p:cNvPr id="20" name="TextBox 20"/>
          <p:cNvSpPr txBox="1"/>
          <p:nvPr/>
        </p:nvSpPr>
        <p:spPr>
          <a:xfrm>
            <a:off x="10998579" y="6954619"/>
            <a:ext cx="2950622" cy="771001"/>
          </a:xfrm>
          <a:prstGeom prst="rect">
            <a:avLst/>
          </a:prstGeom>
        </p:spPr>
        <p:txBody>
          <a:bodyPr wrap="square" lIns="0" tIns="0" rIns="0" bIns="0" rtlCol="0" anchor="t">
            <a:spAutoFit/>
          </a:bodyPr>
          <a:lstStyle/>
          <a:p>
            <a:pPr algn="ctr">
              <a:lnSpc>
                <a:spcPts val="6328"/>
              </a:lnSpc>
            </a:pPr>
            <a:r>
              <a:rPr lang="en-US" sz="4520" dirty="0">
                <a:solidFill>
                  <a:srgbClr val="FFFFFF"/>
                </a:solidFill>
                <a:latin typeface="Noto Sans"/>
                <a:ea typeface="Noto Sans"/>
                <a:cs typeface="Noto Sans"/>
                <a:sym typeface="Noto Sans"/>
              </a:rPr>
              <a:t>Đức Mạnh</a:t>
            </a:r>
          </a:p>
        </p:txBody>
      </p:sp>
      <p:sp>
        <p:nvSpPr>
          <p:cNvPr id="21" name="Freeform 21"/>
          <p:cNvSpPr/>
          <p:nvPr/>
        </p:nvSpPr>
        <p:spPr>
          <a:xfrm>
            <a:off x="15004463" y="7523902"/>
            <a:ext cx="398002" cy="1734398"/>
          </a:xfrm>
          <a:custGeom>
            <a:avLst/>
            <a:gdLst/>
            <a:ahLst/>
            <a:cxnLst/>
            <a:rect l="l" t="t" r="r" b="b"/>
            <a:pathLst>
              <a:path w="398002" h="1734398">
                <a:moveTo>
                  <a:pt x="0" y="0"/>
                </a:moveTo>
                <a:lnTo>
                  <a:pt x="398002" y="0"/>
                </a:lnTo>
                <a:lnTo>
                  <a:pt x="398002" y="1734398"/>
                </a:lnTo>
                <a:lnTo>
                  <a:pt x="0" y="173439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a:p>
        </p:txBody>
      </p:sp>
      <p:sp>
        <p:nvSpPr>
          <p:cNvPr id="22" name="Freeform 22"/>
          <p:cNvSpPr/>
          <p:nvPr/>
        </p:nvSpPr>
        <p:spPr>
          <a:xfrm>
            <a:off x="739150" y="970350"/>
            <a:ext cx="383904" cy="3858248"/>
          </a:xfrm>
          <a:custGeom>
            <a:avLst/>
            <a:gdLst/>
            <a:ahLst/>
            <a:cxnLst/>
            <a:rect l="l" t="t" r="r" b="b"/>
            <a:pathLst>
              <a:path w="383904" h="3858248">
                <a:moveTo>
                  <a:pt x="0" y="0"/>
                </a:moveTo>
                <a:lnTo>
                  <a:pt x="383904" y="0"/>
                </a:lnTo>
                <a:lnTo>
                  <a:pt x="383904" y="3858248"/>
                </a:lnTo>
                <a:lnTo>
                  <a:pt x="0" y="3858248"/>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ID"/>
          </a:p>
        </p:txBody>
      </p:sp>
      <p:grpSp>
        <p:nvGrpSpPr>
          <p:cNvPr id="23" name="Group 3">
            <a:extLst>
              <a:ext uri="{FF2B5EF4-FFF2-40B4-BE49-F238E27FC236}">
                <a16:creationId xmlns:a16="http://schemas.microsoft.com/office/drawing/2014/main" id="{D5B0A06F-5B80-45B2-D00C-4A896AAD2343}"/>
              </a:ext>
            </a:extLst>
          </p:cNvPr>
          <p:cNvGrpSpPr/>
          <p:nvPr/>
        </p:nvGrpSpPr>
        <p:grpSpPr>
          <a:xfrm>
            <a:off x="-3274046" y="5276632"/>
            <a:ext cx="9404563" cy="9404563"/>
            <a:chOff x="0" y="0"/>
            <a:chExt cx="812800" cy="812800"/>
          </a:xfrm>
        </p:grpSpPr>
        <p:sp>
          <p:nvSpPr>
            <p:cNvPr id="24" name="Freeform 4">
              <a:extLst>
                <a:ext uri="{FF2B5EF4-FFF2-40B4-BE49-F238E27FC236}">
                  <a16:creationId xmlns:a16="http://schemas.microsoft.com/office/drawing/2014/main" id="{F47D560E-F65D-B03D-93FA-15FE412DC65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5960DC"/>
              </a:solidFill>
              <a:prstDash val="solid"/>
              <a:miter/>
            </a:ln>
          </p:spPr>
          <p:txBody>
            <a:bodyPr/>
            <a:lstStyle/>
            <a:p>
              <a:endParaRPr lang="en-US"/>
            </a:p>
          </p:txBody>
        </p:sp>
        <p:sp>
          <p:nvSpPr>
            <p:cNvPr id="25" name="TextBox 5">
              <a:extLst>
                <a:ext uri="{FF2B5EF4-FFF2-40B4-BE49-F238E27FC236}">
                  <a16:creationId xmlns:a16="http://schemas.microsoft.com/office/drawing/2014/main" id="{EE2F42BB-F4AB-12C2-059F-F92D081745D1}"/>
                </a:ext>
              </a:extLst>
            </p:cNvPr>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6" name="Group 3">
            <a:extLst>
              <a:ext uri="{FF2B5EF4-FFF2-40B4-BE49-F238E27FC236}">
                <a16:creationId xmlns:a16="http://schemas.microsoft.com/office/drawing/2014/main" id="{5AA76974-5EC7-FB45-65F1-F9BA75534459}"/>
              </a:ext>
            </a:extLst>
          </p:cNvPr>
          <p:cNvGrpSpPr/>
          <p:nvPr/>
        </p:nvGrpSpPr>
        <p:grpSpPr>
          <a:xfrm>
            <a:off x="-3447630" y="5923992"/>
            <a:ext cx="8512517" cy="8323559"/>
            <a:chOff x="0" y="0"/>
            <a:chExt cx="812800" cy="812800"/>
          </a:xfrm>
        </p:grpSpPr>
        <p:sp>
          <p:nvSpPr>
            <p:cNvPr id="27" name="Freeform 4">
              <a:extLst>
                <a:ext uri="{FF2B5EF4-FFF2-40B4-BE49-F238E27FC236}">
                  <a16:creationId xmlns:a16="http://schemas.microsoft.com/office/drawing/2014/main" id="{62148819-687C-89CE-F2DD-C86C8D6CE32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5960DC"/>
              </a:solidFill>
              <a:prstDash val="solid"/>
              <a:miter/>
            </a:ln>
          </p:spPr>
          <p:txBody>
            <a:bodyPr/>
            <a:lstStyle/>
            <a:p>
              <a:endParaRPr lang="en-US"/>
            </a:p>
          </p:txBody>
        </p:sp>
        <p:sp>
          <p:nvSpPr>
            <p:cNvPr id="28" name="TextBox 5">
              <a:extLst>
                <a:ext uri="{FF2B5EF4-FFF2-40B4-BE49-F238E27FC236}">
                  <a16:creationId xmlns:a16="http://schemas.microsoft.com/office/drawing/2014/main" id="{374E0E4B-8226-FF9C-ABA5-E3B3DBD99A8F}"/>
                </a:ext>
              </a:extLst>
            </p:cNvPr>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29" name="Group 3">
            <a:extLst>
              <a:ext uri="{FF2B5EF4-FFF2-40B4-BE49-F238E27FC236}">
                <a16:creationId xmlns:a16="http://schemas.microsoft.com/office/drawing/2014/main" id="{CCC1C048-0BFF-CDBC-EDA6-93511D4D13D2}"/>
              </a:ext>
            </a:extLst>
          </p:cNvPr>
          <p:cNvGrpSpPr/>
          <p:nvPr/>
        </p:nvGrpSpPr>
        <p:grpSpPr>
          <a:xfrm>
            <a:off x="-4066575" y="6839759"/>
            <a:ext cx="8512517" cy="8323559"/>
            <a:chOff x="0" y="0"/>
            <a:chExt cx="812800" cy="812800"/>
          </a:xfrm>
        </p:grpSpPr>
        <p:sp>
          <p:nvSpPr>
            <p:cNvPr id="30" name="Freeform 4">
              <a:extLst>
                <a:ext uri="{FF2B5EF4-FFF2-40B4-BE49-F238E27FC236}">
                  <a16:creationId xmlns:a16="http://schemas.microsoft.com/office/drawing/2014/main" id="{FAE16E09-9488-2AF9-7F5C-69A342D3BE2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5960DC"/>
              </a:solidFill>
              <a:prstDash val="solid"/>
              <a:miter/>
            </a:ln>
          </p:spPr>
          <p:txBody>
            <a:bodyPr/>
            <a:lstStyle/>
            <a:p>
              <a:endParaRPr lang="en-US"/>
            </a:p>
          </p:txBody>
        </p:sp>
        <p:sp>
          <p:nvSpPr>
            <p:cNvPr id="31" name="TextBox 5">
              <a:extLst>
                <a:ext uri="{FF2B5EF4-FFF2-40B4-BE49-F238E27FC236}">
                  <a16:creationId xmlns:a16="http://schemas.microsoft.com/office/drawing/2014/main" id="{EA691513-AD8C-A257-4D9F-CF86408BD302}"/>
                </a:ext>
              </a:extLst>
            </p:cNvPr>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32" name="Group 3">
            <a:extLst>
              <a:ext uri="{FF2B5EF4-FFF2-40B4-BE49-F238E27FC236}">
                <a16:creationId xmlns:a16="http://schemas.microsoft.com/office/drawing/2014/main" id="{54C4E0DF-4B21-4A44-E844-07B1B98BC77D}"/>
              </a:ext>
            </a:extLst>
          </p:cNvPr>
          <p:cNvGrpSpPr/>
          <p:nvPr/>
        </p:nvGrpSpPr>
        <p:grpSpPr>
          <a:xfrm>
            <a:off x="-4685520" y="7906077"/>
            <a:ext cx="8512517" cy="8323559"/>
            <a:chOff x="0" y="0"/>
            <a:chExt cx="812800" cy="812800"/>
          </a:xfrm>
        </p:grpSpPr>
        <p:sp>
          <p:nvSpPr>
            <p:cNvPr id="33" name="Freeform 4">
              <a:extLst>
                <a:ext uri="{FF2B5EF4-FFF2-40B4-BE49-F238E27FC236}">
                  <a16:creationId xmlns:a16="http://schemas.microsoft.com/office/drawing/2014/main" id="{2FFDEA6A-EE8F-3C87-9234-B4DCFA2531A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5960DC"/>
              </a:solidFill>
              <a:prstDash val="solid"/>
              <a:miter/>
            </a:ln>
          </p:spPr>
          <p:txBody>
            <a:bodyPr/>
            <a:lstStyle/>
            <a:p>
              <a:endParaRPr lang="en-US"/>
            </a:p>
          </p:txBody>
        </p:sp>
        <p:sp>
          <p:nvSpPr>
            <p:cNvPr id="34" name="TextBox 5">
              <a:extLst>
                <a:ext uri="{FF2B5EF4-FFF2-40B4-BE49-F238E27FC236}">
                  <a16:creationId xmlns:a16="http://schemas.microsoft.com/office/drawing/2014/main" id="{DC323124-024C-18FE-D7EB-A0E4A87EBE9C}"/>
                </a:ext>
              </a:extLst>
            </p:cNvPr>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35" name="Group 3">
            <a:extLst>
              <a:ext uri="{FF2B5EF4-FFF2-40B4-BE49-F238E27FC236}">
                <a16:creationId xmlns:a16="http://schemas.microsoft.com/office/drawing/2014/main" id="{92F7952E-AF38-C07A-95AE-70D5F20B2E63}"/>
              </a:ext>
            </a:extLst>
          </p:cNvPr>
          <p:cNvGrpSpPr/>
          <p:nvPr/>
        </p:nvGrpSpPr>
        <p:grpSpPr>
          <a:xfrm>
            <a:off x="15004463" y="-5362088"/>
            <a:ext cx="9404563" cy="9404563"/>
            <a:chOff x="0" y="0"/>
            <a:chExt cx="812800" cy="812800"/>
          </a:xfrm>
        </p:grpSpPr>
        <p:sp>
          <p:nvSpPr>
            <p:cNvPr id="36" name="Freeform 4">
              <a:extLst>
                <a:ext uri="{FF2B5EF4-FFF2-40B4-BE49-F238E27FC236}">
                  <a16:creationId xmlns:a16="http://schemas.microsoft.com/office/drawing/2014/main" id="{B5D7B49C-ADDA-8FCB-896C-6EF90AAE922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5960DC"/>
              </a:solidFill>
              <a:prstDash val="solid"/>
              <a:miter/>
            </a:ln>
          </p:spPr>
          <p:txBody>
            <a:bodyPr/>
            <a:lstStyle/>
            <a:p>
              <a:endParaRPr lang="en-US"/>
            </a:p>
          </p:txBody>
        </p:sp>
        <p:sp>
          <p:nvSpPr>
            <p:cNvPr id="37" name="TextBox 5">
              <a:extLst>
                <a:ext uri="{FF2B5EF4-FFF2-40B4-BE49-F238E27FC236}">
                  <a16:creationId xmlns:a16="http://schemas.microsoft.com/office/drawing/2014/main" id="{DFEA9AE7-4E84-2CA7-C533-F14C87C1B3AD}"/>
                </a:ext>
              </a:extLst>
            </p:cNvPr>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38" name="Group 3">
            <a:extLst>
              <a:ext uri="{FF2B5EF4-FFF2-40B4-BE49-F238E27FC236}">
                <a16:creationId xmlns:a16="http://schemas.microsoft.com/office/drawing/2014/main" id="{F482B1CE-211E-CBC0-25CF-A879F5F59DBD}"/>
              </a:ext>
            </a:extLst>
          </p:cNvPr>
          <p:cNvGrpSpPr/>
          <p:nvPr/>
        </p:nvGrpSpPr>
        <p:grpSpPr>
          <a:xfrm>
            <a:off x="16078200" y="-5042006"/>
            <a:ext cx="8512517" cy="8323559"/>
            <a:chOff x="0" y="0"/>
            <a:chExt cx="812800" cy="812800"/>
          </a:xfrm>
        </p:grpSpPr>
        <p:sp>
          <p:nvSpPr>
            <p:cNvPr id="39" name="Freeform 4">
              <a:extLst>
                <a:ext uri="{FF2B5EF4-FFF2-40B4-BE49-F238E27FC236}">
                  <a16:creationId xmlns:a16="http://schemas.microsoft.com/office/drawing/2014/main" id="{ACB95668-DBBB-566D-056F-FD6E0B05794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5960DC"/>
              </a:solidFill>
              <a:prstDash val="solid"/>
              <a:miter/>
            </a:ln>
          </p:spPr>
          <p:txBody>
            <a:bodyPr/>
            <a:lstStyle/>
            <a:p>
              <a:endParaRPr lang="en-US"/>
            </a:p>
          </p:txBody>
        </p:sp>
        <p:sp>
          <p:nvSpPr>
            <p:cNvPr id="40" name="TextBox 5">
              <a:extLst>
                <a:ext uri="{FF2B5EF4-FFF2-40B4-BE49-F238E27FC236}">
                  <a16:creationId xmlns:a16="http://schemas.microsoft.com/office/drawing/2014/main" id="{58ECFFE9-8F93-E0F5-7AB7-E705840F1048}"/>
                </a:ext>
              </a:extLst>
            </p:cNvPr>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41" name="Group 3">
            <a:extLst>
              <a:ext uri="{FF2B5EF4-FFF2-40B4-BE49-F238E27FC236}">
                <a16:creationId xmlns:a16="http://schemas.microsoft.com/office/drawing/2014/main" id="{734AB059-A354-D93D-2A85-29CD6D7D9324}"/>
              </a:ext>
            </a:extLst>
          </p:cNvPr>
          <p:cNvGrpSpPr/>
          <p:nvPr/>
        </p:nvGrpSpPr>
        <p:grpSpPr>
          <a:xfrm>
            <a:off x="14548760" y="-3521836"/>
            <a:ext cx="8512517" cy="8323559"/>
            <a:chOff x="0" y="0"/>
            <a:chExt cx="812800" cy="812800"/>
          </a:xfrm>
        </p:grpSpPr>
        <p:sp>
          <p:nvSpPr>
            <p:cNvPr id="42" name="Freeform 4">
              <a:extLst>
                <a:ext uri="{FF2B5EF4-FFF2-40B4-BE49-F238E27FC236}">
                  <a16:creationId xmlns:a16="http://schemas.microsoft.com/office/drawing/2014/main" id="{19196D10-E7B4-6F71-DE7E-6750DFBABDE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5960DC"/>
              </a:solidFill>
              <a:prstDash val="solid"/>
              <a:miter/>
            </a:ln>
          </p:spPr>
          <p:txBody>
            <a:bodyPr/>
            <a:lstStyle/>
            <a:p>
              <a:endParaRPr lang="en-US"/>
            </a:p>
          </p:txBody>
        </p:sp>
        <p:sp>
          <p:nvSpPr>
            <p:cNvPr id="43" name="TextBox 5">
              <a:extLst>
                <a:ext uri="{FF2B5EF4-FFF2-40B4-BE49-F238E27FC236}">
                  <a16:creationId xmlns:a16="http://schemas.microsoft.com/office/drawing/2014/main" id="{9E8A4F02-8B66-42D6-81E4-3626A9E3A85B}"/>
                </a:ext>
              </a:extLst>
            </p:cNvPr>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grpSp>
        <p:nvGrpSpPr>
          <p:cNvPr id="44" name="Group 3">
            <a:extLst>
              <a:ext uri="{FF2B5EF4-FFF2-40B4-BE49-F238E27FC236}">
                <a16:creationId xmlns:a16="http://schemas.microsoft.com/office/drawing/2014/main" id="{973A9E46-1EDC-75B6-93A6-4E18B458EEE6}"/>
              </a:ext>
            </a:extLst>
          </p:cNvPr>
          <p:cNvGrpSpPr/>
          <p:nvPr/>
        </p:nvGrpSpPr>
        <p:grpSpPr>
          <a:xfrm>
            <a:off x="13716000" y="-5807726"/>
            <a:ext cx="15241647" cy="11615451"/>
            <a:chOff x="-718717" y="38100"/>
            <a:chExt cx="1455317" cy="1134255"/>
          </a:xfrm>
        </p:grpSpPr>
        <p:sp>
          <p:nvSpPr>
            <p:cNvPr id="45" name="Freeform 4">
              <a:extLst>
                <a:ext uri="{FF2B5EF4-FFF2-40B4-BE49-F238E27FC236}">
                  <a16:creationId xmlns:a16="http://schemas.microsoft.com/office/drawing/2014/main" id="{A0B2FA0F-E180-67EB-4C1D-1C08D586227D}"/>
                </a:ext>
              </a:extLst>
            </p:cNvPr>
            <p:cNvSpPr/>
            <p:nvPr/>
          </p:nvSpPr>
          <p:spPr>
            <a:xfrm>
              <a:off x="-718717" y="359555"/>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alpha val="0"/>
              </a:srgbClr>
            </a:solidFill>
            <a:ln w="9525" cap="sq">
              <a:solidFill>
                <a:srgbClr val="5960DC"/>
              </a:solidFill>
              <a:prstDash val="solid"/>
              <a:miter/>
            </a:ln>
          </p:spPr>
          <p:txBody>
            <a:bodyPr/>
            <a:lstStyle/>
            <a:p>
              <a:endParaRPr lang="en-US"/>
            </a:p>
          </p:txBody>
        </p:sp>
        <p:sp>
          <p:nvSpPr>
            <p:cNvPr id="46" name="TextBox 5">
              <a:extLst>
                <a:ext uri="{FF2B5EF4-FFF2-40B4-BE49-F238E27FC236}">
                  <a16:creationId xmlns:a16="http://schemas.microsoft.com/office/drawing/2014/main" id="{4B33C8D3-74ED-308E-41B0-850E830486C0}"/>
                </a:ext>
              </a:extLst>
            </p:cNvPr>
            <p:cNvSpPr txBox="1"/>
            <p:nvPr/>
          </p:nvSpPr>
          <p:spPr>
            <a:xfrm>
              <a:off x="76200" y="38100"/>
              <a:ext cx="660400" cy="698500"/>
            </a:xfrm>
            <a:prstGeom prst="rect">
              <a:avLst/>
            </a:prstGeom>
          </p:spPr>
          <p:txBody>
            <a:bodyPr lIns="50800" tIns="50800" rIns="50800" bIns="50800" rtlCol="0" anchor="ctr"/>
            <a:lstStyle/>
            <a:p>
              <a:pPr algn="ctr">
                <a:lnSpc>
                  <a:spcPts val="2659"/>
                </a:lnSpc>
                <a:spcBef>
                  <a:spcPct val="0"/>
                </a:spcBef>
              </a:pPr>
              <a:endParaRPr/>
            </a:p>
          </p:txBody>
        </p:sp>
      </p:grpSp>
      <p:sp>
        <p:nvSpPr>
          <p:cNvPr id="47" name="Freeform 28">
            <a:extLst>
              <a:ext uri="{FF2B5EF4-FFF2-40B4-BE49-F238E27FC236}">
                <a16:creationId xmlns:a16="http://schemas.microsoft.com/office/drawing/2014/main" id="{1F07119B-8850-C894-8C75-3BF03EBD9761}"/>
              </a:ext>
            </a:extLst>
          </p:cNvPr>
          <p:cNvSpPr/>
          <p:nvPr/>
        </p:nvSpPr>
        <p:spPr>
          <a:xfrm rot="6524149">
            <a:off x="-619670" y="-2351717"/>
            <a:ext cx="3916053" cy="5511988"/>
          </a:xfrm>
          <a:custGeom>
            <a:avLst/>
            <a:gdLst/>
            <a:ahLst/>
            <a:cxnLst/>
            <a:rect l="l" t="t" r="r" b="b"/>
            <a:pathLst>
              <a:path w="2921863" h="5522421">
                <a:moveTo>
                  <a:pt x="0" y="0"/>
                </a:moveTo>
                <a:lnTo>
                  <a:pt x="2921863" y="0"/>
                </a:lnTo>
                <a:lnTo>
                  <a:pt x="2921863" y="5522421"/>
                </a:lnTo>
                <a:lnTo>
                  <a:pt x="0" y="5522421"/>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US">
              <a:latin typeface="+mj-lt"/>
            </a:endParaRP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6" presetClass="emph" presetSubtype="0" repeatCount="indefinite" fill="hold" nodeType="withEffect">
                                  <p:stCondLst>
                                    <p:cond delay="0"/>
                                  </p:stCondLst>
                                  <p:childTnLst>
                                    <p:animScale>
                                      <p:cBhvr>
                                        <p:cTn id="6" dur="2000" fill="hold"/>
                                        <p:tgtEl>
                                          <p:spTgt spid="23"/>
                                        </p:tgtEl>
                                      </p:cBhvr>
                                      <p:by x="150000" y="150000"/>
                                    </p:animScale>
                                  </p:childTnLst>
                                </p:cTn>
                              </p:par>
                              <p:par>
                                <p:cTn id="7" presetID="6" presetClass="emph" presetSubtype="0" repeatCount="indefinite" fill="hold" nodeType="withEffect">
                                  <p:stCondLst>
                                    <p:cond delay="0"/>
                                  </p:stCondLst>
                                  <p:childTnLst>
                                    <p:animScale>
                                      <p:cBhvr>
                                        <p:cTn id="8" dur="2000" fill="hold"/>
                                        <p:tgtEl>
                                          <p:spTgt spid="26"/>
                                        </p:tgtEl>
                                      </p:cBhvr>
                                      <p:by x="150000" y="150000"/>
                                    </p:animScale>
                                  </p:childTnLst>
                                </p:cTn>
                              </p:par>
                              <p:par>
                                <p:cTn id="9" presetID="6" presetClass="emph" presetSubtype="0" repeatCount="indefinite" fill="hold" nodeType="withEffect">
                                  <p:stCondLst>
                                    <p:cond delay="0"/>
                                  </p:stCondLst>
                                  <p:childTnLst>
                                    <p:animScale>
                                      <p:cBhvr>
                                        <p:cTn id="10" dur="2000" fill="hold"/>
                                        <p:tgtEl>
                                          <p:spTgt spid="29"/>
                                        </p:tgtEl>
                                      </p:cBhvr>
                                      <p:by x="150000" y="150000"/>
                                    </p:animScale>
                                  </p:childTnLst>
                                </p:cTn>
                              </p:par>
                              <p:par>
                                <p:cTn id="11" presetID="6" presetClass="emph" presetSubtype="0" repeatCount="indefinite" fill="hold" nodeType="withEffect">
                                  <p:stCondLst>
                                    <p:cond delay="0"/>
                                  </p:stCondLst>
                                  <p:childTnLst>
                                    <p:animScale>
                                      <p:cBhvr>
                                        <p:cTn id="12" dur="2000" fill="hold"/>
                                        <p:tgtEl>
                                          <p:spTgt spid="32"/>
                                        </p:tgtEl>
                                      </p:cBhvr>
                                      <p:by x="150000" y="150000"/>
                                    </p:animScale>
                                  </p:childTnLst>
                                </p:cTn>
                              </p:par>
                              <p:par>
                                <p:cTn id="13" presetID="6" presetClass="emph" presetSubtype="0" repeatCount="indefinite" fill="hold" nodeType="withEffect">
                                  <p:stCondLst>
                                    <p:cond delay="0"/>
                                  </p:stCondLst>
                                  <p:childTnLst>
                                    <p:animScale>
                                      <p:cBhvr>
                                        <p:cTn id="14" dur="2000" fill="hold"/>
                                        <p:tgtEl>
                                          <p:spTgt spid="35"/>
                                        </p:tgtEl>
                                      </p:cBhvr>
                                      <p:by x="150000" y="150000"/>
                                    </p:animScale>
                                  </p:childTnLst>
                                </p:cTn>
                              </p:par>
                              <p:par>
                                <p:cTn id="15" presetID="6" presetClass="emph" presetSubtype="0" repeatCount="indefinite" fill="hold" nodeType="withEffect">
                                  <p:stCondLst>
                                    <p:cond delay="0"/>
                                  </p:stCondLst>
                                  <p:childTnLst>
                                    <p:animScale>
                                      <p:cBhvr>
                                        <p:cTn id="16" dur="2000" fill="hold"/>
                                        <p:tgtEl>
                                          <p:spTgt spid="38"/>
                                        </p:tgtEl>
                                      </p:cBhvr>
                                      <p:by x="150000" y="150000"/>
                                    </p:animScale>
                                  </p:childTnLst>
                                </p:cTn>
                              </p:par>
                              <p:par>
                                <p:cTn id="17" presetID="6" presetClass="emph" presetSubtype="0" repeatCount="indefinite" fill="hold" nodeType="withEffect">
                                  <p:stCondLst>
                                    <p:cond delay="0"/>
                                  </p:stCondLst>
                                  <p:childTnLst>
                                    <p:animScale>
                                      <p:cBhvr>
                                        <p:cTn id="18" dur="2000" fill="hold"/>
                                        <p:tgtEl>
                                          <p:spTgt spid="41"/>
                                        </p:tgtEl>
                                      </p:cBhvr>
                                      <p:by x="150000" y="150000"/>
                                    </p:animScale>
                                  </p:childTnLst>
                                </p:cTn>
                              </p:par>
                              <p:par>
                                <p:cTn id="19" presetID="6" presetClass="emph" presetSubtype="0" repeatCount="indefinite" fill="hold" nodeType="withEffect">
                                  <p:stCondLst>
                                    <p:cond delay="0"/>
                                  </p:stCondLst>
                                  <p:childTnLst>
                                    <p:animScale>
                                      <p:cBhvr>
                                        <p:cTn id="20" dur="2000" fill="hold"/>
                                        <p:tgtEl>
                                          <p:spTgt spid="44"/>
                                        </p:tgtEl>
                                      </p:cBhvr>
                                      <p:by x="150000" y="15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p:cNvGrpSpPr/>
        <p:nvPr/>
      </p:nvGrpSpPr>
      <p:grpSpPr>
        <a:xfrm>
          <a:off x="0" y="0"/>
          <a:ext cx="0" cy="0"/>
          <a:chOff x="0" y="0"/>
          <a:chExt cx="0" cy="0"/>
        </a:xfrm>
      </p:grpSpPr>
      <p:sp>
        <p:nvSpPr>
          <p:cNvPr id="2" name="Freeform 2"/>
          <p:cNvSpPr/>
          <p:nvPr/>
        </p:nvSpPr>
        <p:spPr>
          <a:xfrm>
            <a:off x="557596" y="3763112"/>
            <a:ext cx="383904" cy="3858248"/>
          </a:xfrm>
          <a:custGeom>
            <a:avLst/>
            <a:gdLst/>
            <a:ahLst/>
            <a:cxnLst/>
            <a:rect l="l" t="t" r="r" b="b"/>
            <a:pathLst>
              <a:path w="383904" h="3858248">
                <a:moveTo>
                  <a:pt x="0" y="0"/>
                </a:moveTo>
                <a:lnTo>
                  <a:pt x="383904" y="0"/>
                </a:lnTo>
                <a:lnTo>
                  <a:pt x="383904" y="3858248"/>
                </a:lnTo>
                <a:lnTo>
                  <a:pt x="0" y="385824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ID" sz="2800"/>
          </a:p>
        </p:txBody>
      </p:sp>
      <p:grpSp>
        <p:nvGrpSpPr>
          <p:cNvPr id="3" name="Group 3"/>
          <p:cNvGrpSpPr/>
          <p:nvPr/>
        </p:nvGrpSpPr>
        <p:grpSpPr>
          <a:xfrm>
            <a:off x="14942643" y="288747"/>
            <a:ext cx="248852" cy="247906"/>
            <a:chOff x="0" y="0"/>
            <a:chExt cx="331803" cy="330541"/>
          </a:xfrm>
        </p:grpSpPr>
        <p:sp>
          <p:nvSpPr>
            <p:cNvPr id="4" name="Freeform 4"/>
            <p:cNvSpPr/>
            <p:nvPr/>
          </p:nvSpPr>
          <p:spPr>
            <a:xfrm>
              <a:off x="0" y="0"/>
              <a:ext cx="331724" cy="330327"/>
            </a:xfrm>
            <a:custGeom>
              <a:avLst/>
              <a:gdLst/>
              <a:ahLst/>
              <a:cxnLst/>
              <a:rect l="l" t="t" r="r" b="b"/>
              <a:pathLst>
                <a:path w="331724" h="330327">
                  <a:moveTo>
                    <a:pt x="3937" y="0"/>
                  </a:moveTo>
                  <a:lnTo>
                    <a:pt x="327787" y="0"/>
                  </a:lnTo>
                  <a:cubicBezTo>
                    <a:pt x="329946" y="0"/>
                    <a:pt x="331724" y="1778"/>
                    <a:pt x="331724" y="3937"/>
                  </a:cubicBezTo>
                  <a:lnTo>
                    <a:pt x="331724" y="326390"/>
                  </a:lnTo>
                  <a:cubicBezTo>
                    <a:pt x="331724" y="328549"/>
                    <a:pt x="329946" y="330327"/>
                    <a:pt x="327787" y="330327"/>
                  </a:cubicBezTo>
                  <a:lnTo>
                    <a:pt x="3937" y="330327"/>
                  </a:lnTo>
                  <a:cubicBezTo>
                    <a:pt x="1778" y="330327"/>
                    <a:pt x="0" y="328549"/>
                    <a:pt x="0" y="326390"/>
                  </a:cubicBezTo>
                  <a:lnTo>
                    <a:pt x="0" y="3937"/>
                  </a:lnTo>
                  <a:cubicBezTo>
                    <a:pt x="0" y="1778"/>
                    <a:pt x="1778" y="0"/>
                    <a:pt x="3937" y="0"/>
                  </a:cubicBezTo>
                  <a:moveTo>
                    <a:pt x="3937" y="7874"/>
                  </a:moveTo>
                  <a:lnTo>
                    <a:pt x="3937" y="3937"/>
                  </a:lnTo>
                  <a:lnTo>
                    <a:pt x="7874" y="3937"/>
                  </a:lnTo>
                  <a:lnTo>
                    <a:pt x="7874" y="326390"/>
                  </a:lnTo>
                  <a:lnTo>
                    <a:pt x="3937" y="326390"/>
                  </a:lnTo>
                  <a:lnTo>
                    <a:pt x="3937" y="322453"/>
                  </a:lnTo>
                  <a:lnTo>
                    <a:pt x="327787" y="322453"/>
                  </a:lnTo>
                  <a:lnTo>
                    <a:pt x="327787" y="326390"/>
                  </a:lnTo>
                  <a:lnTo>
                    <a:pt x="323850" y="326390"/>
                  </a:lnTo>
                  <a:lnTo>
                    <a:pt x="323850" y="3937"/>
                  </a:lnTo>
                  <a:lnTo>
                    <a:pt x="327787" y="3937"/>
                  </a:lnTo>
                  <a:lnTo>
                    <a:pt x="327787" y="7874"/>
                  </a:lnTo>
                  <a:lnTo>
                    <a:pt x="3937" y="7874"/>
                  </a:lnTo>
                  <a:close/>
                </a:path>
              </a:pathLst>
            </a:custGeom>
            <a:solidFill>
              <a:srgbClr val="00CFCC"/>
            </a:solidFill>
          </p:spPr>
          <p:txBody>
            <a:bodyPr/>
            <a:lstStyle/>
            <a:p>
              <a:endParaRPr lang="en-ID" sz="2800"/>
            </a:p>
          </p:txBody>
        </p:sp>
      </p:grpSp>
      <p:sp>
        <p:nvSpPr>
          <p:cNvPr id="5" name="Freeform 5"/>
          <p:cNvSpPr/>
          <p:nvPr/>
        </p:nvSpPr>
        <p:spPr>
          <a:xfrm>
            <a:off x="17036620" y="2234602"/>
            <a:ext cx="383904" cy="2578108"/>
          </a:xfrm>
          <a:custGeom>
            <a:avLst/>
            <a:gdLst/>
            <a:ahLst/>
            <a:cxnLst/>
            <a:rect l="l" t="t" r="r" b="b"/>
            <a:pathLst>
              <a:path w="383904" h="2578108">
                <a:moveTo>
                  <a:pt x="0" y="0"/>
                </a:moveTo>
                <a:lnTo>
                  <a:pt x="383904" y="0"/>
                </a:lnTo>
                <a:lnTo>
                  <a:pt x="383904" y="2578108"/>
                </a:lnTo>
                <a:lnTo>
                  <a:pt x="0" y="257810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sz="2800"/>
          </a:p>
        </p:txBody>
      </p:sp>
      <p:sp>
        <p:nvSpPr>
          <p:cNvPr id="6" name="Freeform 6"/>
          <p:cNvSpPr/>
          <p:nvPr/>
        </p:nvSpPr>
        <p:spPr>
          <a:xfrm>
            <a:off x="17608958" y="4497299"/>
            <a:ext cx="242892" cy="3933852"/>
          </a:xfrm>
          <a:custGeom>
            <a:avLst/>
            <a:gdLst/>
            <a:ahLst/>
            <a:cxnLst/>
            <a:rect l="l" t="t" r="r" b="b"/>
            <a:pathLst>
              <a:path w="242892" h="3933852">
                <a:moveTo>
                  <a:pt x="0" y="0"/>
                </a:moveTo>
                <a:lnTo>
                  <a:pt x="242892" y="0"/>
                </a:lnTo>
                <a:lnTo>
                  <a:pt x="242892" y="3933852"/>
                </a:lnTo>
                <a:lnTo>
                  <a:pt x="0" y="393385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ID" sz="2800"/>
          </a:p>
        </p:txBody>
      </p:sp>
      <p:grpSp>
        <p:nvGrpSpPr>
          <p:cNvPr id="7" name="Group 7"/>
          <p:cNvGrpSpPr/>
          <p:nvPr/>
        </p:nvGrpSpPr>
        <p:grpSpPr>
          <a:xfrm>
            <a:off x="9898130" y="9217152"/>
            <a:ext cx="242892" cy="242892"/>
            <a:chOff x="0" y="0"/>
            <a:chExt cx="323856" cy="323856"/>
          </a:xfrm>
        </p:grpSpPr>
        <p:sp>
          <p:nvSpPr>
            <p:cNvPr id="8" name="Freeform 8"/>
            <p:cNvSpPr/>
            <p:nvPr/>
          </p:nvSpPr>
          <p:spPr>
            <a:xfrm>
              <a:off x="127" y="0"/>
              <a:ext cx="323723" cy="323723"/>
            </a:xfrm>
            <a:custGeom>
              <a:avLst/>
              <a:gdLst/>
              <a:ahLst/>
              <a:cxnLst/>
              <a:rect l="l" t="t" r="r" b="b"/>
              <a:pathLst>
                <a:path w="323723" h="323723">
                  <a:moveTo>
                    <a:pt x="0" y="0"/>
                  </a:moveTo>
                  <a:lnTo>
                    <a:pt x="0" y="323723"/>
                  </a:lnTo>
                  <a:lnTo>
                    <a:pt x="323723" y="323723"/>
                  </a:lnTo>
                  <a:lnTo>
                    <a:pt x="323723" y="0"/>
                  </a:lnTo>
                  <a:close/>
                </a:path>
              </a:pathLst>
            </a:custGeom>
            <a:solidFill>
              <a:srgbClr val="FF9973"/>
            </a:solidFill>
          </p:spPr>
          <p:txBody>
            <a:bodyPr/>
            <a:lstStyle/>
            <a:p>
              <a:endParaRPr lang="en-ID" sz="2800"/>
            </a:p>
          </p:txBody>
        </p:sp>
      </p:grpSp>
      <p:grpSp>
        <p:nvGrpSpPr>
          <p:cNvPr id="9" name="Group 9"/>
          <p:cNvGrpSpPr/>
          <p:nvPr/>
        </p:nvGrpSpPr>
        <p:grpSpPr>
          <a:xfrm>
            <a:off x="13568530" y="9648002"/>
            <a:ext cx="242892" cy="242892"/>
            <a:chOff x="0" y="0"/>
            <a:chExt cx="323856" cy="323856"/>
          </a:xfrm>
        </p:grpSpPr>
        <p:sp>
          <p:nvSpPr>
            <p:cNvPr id="10" name="Freeform 10"/>
            <p:cNvSpPr/>
            <p:nvPr/>
          </p:nvSpPr>
          <p:spPr>
            <a:xfrm>
              <a:off x="127" y="0"/>
              <a:ext cx="323723" cy="323723"/>
            </a:xfrm>
            <a:custGeom>
              <a:avLst/>
              <a:gdLst/>
              <a:ahLst/>
              <a:cxnLst/>
              <a:rect l="l" t="t" r="r" b="b"/>
              <a:pathLst>
                <a:path w="323723" h="323723">
                  <a:moveTo>
                    <a:pt x="0" y="0"/>
                  </a:moveTo>
                  <a:lnTo>
                    <a:pt x="0" y="323723"/>
                  </a:lnTo>
                  <a:lnTo>
                    <a:pt x="323723" y="323723"/>
                  </a:lnTo>
                  <a:lnTo>
                    <a:pt x="323723" y="0"/>
                  </a:lnTo>
                  <a:close/>
                </a:path>
              </a:pathLst>
            </a:custGeom>
            <a:solidFill>
              <a:srgbClr val="F64975"/>
            </a:solidFill>
          </p:spPr>
          <p:txBody>
            <a:bodyPr/>
            <a:lstStyle/>
            <a:p>
              <a:endParaRPr lang="en-ID" sz="2800"/>
            </a:p>
          </p:txBody>
        </p:sp>
      </p:grpSp>
      <p:grpSp>
        <p:nvGrpSpPr>
          <p:cNvPr id="11" name="Group 11"/>
          <p:cNvGrpSpPr/>
          <p:nvPr/>
        </p:nvGrpSpPr>
        <p:grpSpPr>
          <a:xfrm>
            <a:off x="15866480" y="9217152"/>
            <a:ext cx="242892" cy="242892"/>
            <a:chOff x="0" y="0"/>
            <a:chExt cx="323856" cy="323856"/>
          </a:xfrm>
        </p:grpSpPr>
        <p:sp>
          <p:nvSpPr>
            <p:cNvPr id="12" name="Freeform 12"/>
            <p:cNvSpPr/>
            <p:nvPr/>
          </p:nvSpPr>
          <p:spPr>
            <a:xfrm>
              <a:off x="127" y="0"/>
              <a:ext cx="323723" cy="323723"/>
            </a:xfrm>
            <a:custGeom>
              <a:avLst/>
              <a:gdLst/>
              <a:ahLst/>
              <a:cxnLst/>
              <a:rect l="l" t="t" r="r" b="b"/>
              <a:pathLst>
                <a:path w="323723" h="323723">
                  <a:moveTo>
                    <a:pt x="0" y="0"/>
                  </a:moveTo>
                  <a:lnTo>
                    <a:pt x="0" y="323723"/>
                  </a:lnTo>
                  <a:lnTo>
                    <a:pt x="323723" y="323723"/>
                  </a:lnTo>
                  <a:lnTo>
                    <a:pt x="323723" y="0"/>
                  </a:lnTo>
                  <a:close/>
                </a:path>
              </a:pathLst>
            </a:custGeom>
            <a:solidFill>
              <a:srgbClr val="FF9973"/>
            </a:solidFill>
          </p:spPr>
          <p:txBody>
            <a:bodyPr/>
            <a:lstStyle/>
            <a:p>
              <a:endParaRPr lang="en-ID" sz="2800"/>
            </a:p>
          </p:txBody>
        </p:sp>
      </p:grpSp>
      <p:grpSp>
        <p:nvGrpSpPr>
          <p:cNvPr id="13" name="Group 13"/>
          <p:cNvGrpSpPr/>
          <p:nvPr/>
        </p:nvGrpSpPr>
        <p:grpSpPr>
          <a:xfrm>
            <a:off x="2591063" y="9557193"/>
            <a:ext cx="121618" cy="121148"/>
            <a:chOff x="0" y="0"/>
            <a:chExt cx="162157" cy="161531"/>
          </a:xfrm>
        </p:grpSpPr>
        <p:sp>
          <p:nvSpPr>
            <p:cNvPr id="14" name="Freeform 14"/>
            <p:cNvSpPr/>
            <p:nvPr/>
          </p:nvSpPr>
          <p:spPr>
            <a:xfrm>
              <a:off x="0" y="0"/>
              <a:ext cx="162179" cy="161417"/>
            </a:xfrm>
            <a:custGeom>
              <a:avLst/>
              <a:gdLst/>
              <a:ahLst/>
              <a:cxnLst/>
              <a:rect l="l" t="t" r="r" b="b"/>
              <a:pathLst>
                <a:path w="162179" h="161417">
                  <a:moveTo>
                    <a:pt x="3937" y="0"/>
                  </a:moveTo>
                  <a:lnTo>
                    <a:pt x="158242" y="0"/>
                  </a:lnTo>
                  <a:cubicBezTo>
                    <a:pt x="160401" y="0"/>
                    <a:pt x="162179" y="1778"/>
                    <a:pt x="162179" y="3937"/>
                  </a:cubicBezTo>
                  <a:lnTo>
                    <a:pt x="162179" y="157480"/>
                  </a:lnTo>
                  <a:cubicBezTo>
                    <a:pt x="162179" y="159639"/>
                    <a:pt x="160401" y="161417"/>
                    <a:pt x="158242" y="161417"/>
                  </a:cubicBezTo>
                  <a:lnTo>
                    <a:pt x="3937" y="161417"/>
                  </a:lnTo>
                  <a:cubicBezTo>
                    <a:pt x="1778" y="161417"/>
                    <a:pt x="0" y="159639"/>
                    <a:pt x="0" y="157480"/>
                  </a:cubicBezTo>
                  <a:lnTo>
                    <a:pt x="0" y="3937"/>
                  </a:lnTo>
                  <a:cubicBezTo>
                    <a:pt x="0" y="1778"/>
                    <a:pt x="1778" y="0"/>
                    <a:pt x="3937" y="0"/>
                  </a:cubicBezTo>
                  <a:moveTo>
                    <a:pt x="3937" y="7874"/>
                  </a:moveTo>
                  <a:lnTo>
                    <a:pt x="3937" y="3937"/>
                  </a:lnTo>
                  <a:lnTo>
                    <a:pt x="7874" y="3937"/>
                  </a:lnTo>
                  <a:lnTo>
                    <a:pt x="7874" y="157480"/>
                  </a:lnTo>
                  <a:lnTo>
                    <a:pt x="3937" y="157480"/>
                  </a:lnTo>
                  <a:lnTo>
                    <a:pt x="3937" y="153543"/>
                  </a:lnTo>
                  <a:lnTo>
                    <a:pt x="158242" y="153543"/>
                  </a:lnTo>
                  <a:lnTo>
                    <a:pt x="158242" y="157480"/>
                  </a:lnTo>
                  <a:lnTo>
                    <a:pt x="154305" y="157480"/>
                  </a:lnTo>
                  <a:lnTo>
                    <a:pt x="154305" y="3937"/>
                  </a:lnTo>
                  <a:lnTo>
                    <a:pt x="158242" y="3937"/>
                  </a:lnTo>
                  <a:lnTo>
                    <a:pt x="158242" y="7874"/>
                  </a:lnTo>
                  <a:lnTo>
                    <a:pt x="3937" y="7874"/>
                  </a:lnTo>
                  <a:close/>
                </a:path>
              </a:pathLst>
            </a:custGeom>
            <a:solidFill>
              <a:srgbClr val="E898AC"/>
            </a:solidFill>
          </p:spPr>
          <p:txBody>
            <a:bodyPr/>
            <a:lstStyle/>
            <a:p>
              <a:endParaRPr lang="en-ID" sz="2800"/>
            </a:p>
          </p:txBody>
        </p:sp>
      </p:grpSp>
      <p:grpSp>
        <p:nvGrpSpPr>
          <p:cNvPr id="15" name="Group 15"/>
          <p:cNvGrpSpPr/>
          <p:nvPr/>
        </p:nvGrpSpPr>
        <p:grpSpPr>
          <a:xfrm>
            <a:off x="14288363" y="620643"/>
            <a:ext cx="121618" cy="121148"/>
            <a:chOff x="0" y="0"/>
            <a:chExt cx="162157" cy="161531"/>
          </a:xfrm>
        </p:grpSpPr>
        <p:sp>
          <p:nvSpPr>
            <p:cNvPr id="16" name="Freeform 16"/>
            <p:cNvSpPr/>
            <p:nvPr/>
          </p:nvSpPr>
          <p:spPr>
            <a:xfrm>
              <a:off x="0" y="0"/>
              <a:ext cx="162179" cy="161417"/>
            </a:xfrm>
            <a:custGeom>
              <a:avLst/>
              <a:gdLst/>
              <a:ahLst/>
              <a:cxnLst/>
              <a:rect l="l" t="t" r="r" b="b"/>
              <a:pathLst>
                <a:path w="162179" h="161417">
                  <a:moveTo>
                    <a:pt x="3937" y="0"/>
                  </a:moveTo>
                  <a:lnTo>
                    <a:pt x="158242" y="0"/>
                  </a:lnTo>
                  <a:cubicBezTo>
                    <a:pt x="160401" y="0"/>
                    <a:pt x="162179" y="1778"/>
                    <a:pt x="162179" y="3937"/>
                  </a:cubicBezTo>
                  <a:lnTo>
                    <a:pt x="162179" y="157480"/>
                  </a:lnTo>
                  <a:cubicBezTo>
                    <a:pt x="162179" y="159639"/>
                    <a:pt x="160401" y="161417"/>
                    <a:pt x="158242" y="161417"/>
                  </a:cubicBezTo>
                  <a:lnTo>
                    <a:pt x="3937" y="161417"/>
                  </a:lnTo>
                  <a:cubicBezTo>
                    <a:pt x="1778" y="161417"/>
                    <a:pt x="0" y="159639"/>
                    <a:pt x="0" y="157480"/>
                  </a:cubicBezTo>
                  <a:lnTo>
                    <a:pt x="0" y="3937"/>
                  </a:lnTo>
                  <a:cubicBezTo>
                    <a:pt x="0" y="1778"/>
                    <a:pt x="1778" y="0"/>
                    <a:pt x="3937" y="0"/>
                  </a:cubicBezTo>
                  <a:moveTo>
                    <a:pt x="3937" y="7874"/>
                  </a:moveTo>
                  <a:lnTo>
                    <a:pt x="3937" y="3937"/>
                  </a:lnTo>
                  <a:lnTo>
                    <a:pt x="7874" y="3937"/>
                  </a:lnTo>
                  <a:lnTo>
                    <a:pt x="7874" y="157480"/>
                  </a:lnTo>
                  <a:lnTo>
                    <a:pt x="3937" y="157480"/>
                  </a:lnTo>
                  <a:lnTo>
                    <a:pt x="3937" y="153543"/>
                  </a:lnTo>
                  <a:lnTo>
                    <a:pt x="158242" y="153543"/>
                  </a:lnTo>
                  <a:lnTo>
                    <a:pt x="158242" y="157480"/>
                  </a:lnTo>
                  <a:lnTo>
                    <a:pt x="154305" y="157480"/>
                  </a:lnTo>
                  <a:lnTo>
                    <a:pt x="154305" y="3937"/>
                  </a:lnTo>
                  <a:lnTo>
                    <a:pt x="158242" y="3937"/>
                  </a:lnTo>
                  <a:lnTo>
                    <a:pt x="158242" y="7874"/>
                  </a:lnTo>
                  <a:lnTo>
                    <a:pt x="3937" y="7874"/>
                  </a:lnTo>
                  <a:close/>
                </a:path>
              </a:pathLst>
            </a:custGeom>
            <a:solidFill>
              <a:srgbClr val="E898AC"/>
            </a:solidFill>
          </p:spPr>
          <p:txBody>
            <a:bodyPr/>
            <a:lstStyle/>
            <a:p>
              <a:endParaRPr lang="en-ID" sz="2800"/>
            </a:p>
          </p:txBody>
        </p:sp>
      </p:grpSp>
      <p:grpSp>
        <p:nvGrpSpPr>
          <p:cNvPr id="17" name="Group 17"/>
          <p:cNvGrpSpPr/>
          <p:nvPr/>
        </p:nvGrpSpPr>
        <p:grpSpPr>
          <a:xfrm>
            <a:off x="13073830" y="232752"/>
            <a:ext cx="242892" cy="242892"/>
            <a:chOff x="0" y="0"/>
            <a:chExt cx="323856" cy="323856"/>
          </a:xfrm>
        </p:grpSpPr>
        <p:sp>
          <p:nvSpPr>
            <p:cNvPr id="18" name="Freeform 18"/>
            <p:cNvSpPr/>
            <p:nvPr/>
          </p:nvSpPr>
          <p:spPr>
            <a:xfrm>
              <a:off x="127" y="0"/>
              <a:ext cx="323723" cy="323723"/>
            </a:xfrm>
            <a:custGeom>
              <a:avLst/>
              <a:gdLst/>
              <a:ahLst/>
              <a:cxnLst/>
              <a:rect l="l" t="t" r="r" b="b"/>
              <a:pathLst>
                <a:path w="323723" h="323723">
                  <a:moveTo>
                    <a:pt x="0" y="0"/>
                  </a:moveTo>
                  <a:lnTo>
                    <a:pt x="0" y="323723"/>
                  </a:lnTo>
                  <a:lnTo>
                    <a:pt x="323723" y="323723"/>
                  </a:lnTo>
                  <a:lnTo>
                    <a:pt x="323723" y="0"/>
                  </a:lnTo>
                  <a:close/>
                </a:path>
              </a:pathLst>
            </a:custGeom>
            <a:solidFill>
              <a:srgbClr val="F64975"/>
            </a:solidFill>
          </p:spPr>
          <p:txBody>
            <a:bodyPr/>
            <a:lstStyle/>
            <a:p>
              <a:endParaRPr lang="en-ID" sz="2800"/>
            </a:p>
          </p:txBody>
        </p:sp>
      </p:grpSp>
      <p:grpSp>
        <p:nvGrpSpPr>
          <p:cNvPr id="19" name="Group 19"/>
          <p:cNvGrpSpPr/>
          <p:nvPr/>
        </p:nvGrpSpPr>
        <p:grpSpPr>
          <a:xfrm>
            <a:off x="883563" y="445093"/>
            <a:ext cx="121618" cy="121148"/>
            <a:chOff x="0" y="0"/>
            <a:chExt cx="162157" cy="161531"/>
          </a:xfrm>
        </p:grpSpPr>
        <p:sp>
          <p:nvSpPr>
            <p:cNvPr id="20" name="Freeform 20"/>
            <p:cNvSpPr/>
            <p:nvPr/>
          </p:nvSpPr>
          <p:spPr>
            <a:xfrm>
              <a:off x="0" y="0"/>
              <a:ext cx="162179" cy="161417"/>
            </a:xfrm>
            <a:custGeom>
              <a:avLst/>
              <a:gdLst/>
              <a:ahLst/>
              <a:cxnLst/>
              <a:rect l="l" t="t" r="r" b="b"/>
              <a:pathLst>
                <a:path w="162179" h="161417">
                  <a:moveTo>
                    <a:pt x="3937" y="0"/>
                  </a:moveTo>
                  <a:lnTo>
                    <a:pt x="158242" y="0"/>
                  </a:lnTo>
                  <a:cubicBezTo>
                    <a:pt x="160401" y="0"/>
                    <a:pt x="162179" y="1778"/>
                    <a:pt x="162179" y="3937"/>
                  </a:cubicBezTo>
                  <a:lnTo>
                    <a:pt x="162179" y="157480"/>
                  </a:lnTo>
                  <a:cubicBezTo>
                    <a:pt x="162179" y="159639"/>
                    <a:pt x="160401" y="161417"/>
                    <a:pt x="158242" y="161417"/>
                  </a:cubicBezTo>
                  <a:lnTo>
                    <a:pt x="3937" y="161417"/>
                  </a:lnTo>
                  <a:cubicBezTo>
                    <a:pt x="1778" y="161417"/>
                    <a:pt x="0" y="159639"/>
                    <a:pt x="0" y="157480"/>
                  </a:cubicBezTo>
                  <a:lnTo>
                    <a:pt x="0" y="3937"/>
                  </a:lnTo>
                  <a:cubicBezTo>
                    <a:pt x="0" y="1778"/>
                    <a:pt x="1778" y="0"/>
                    <a:pt x="3937" y="0"/>
                  </a:cubicBezTo>
                  <a:moveTo>
                    <a:pt x="3937" y="7874"/>
                  </a:moveTo>
                  <a:lnTo>
                    <a:pt x="3937" y="3937"/>
                  </a:lnTo>
                  <a:lnTo>
                    <a:pt x="7874" y="3937"/>
                  </a:lnTo>
                  <a:lnTo>
                    <a:pt x="7874" y="157480"/>
                  </a:lnTo>
                  <a:lnTo>
                    <a:pt x="3937" y="157480"/>
                  </a:lnTo>
                  <a:lnTo>
                    <a:pt x="3937" y="153543"/>
                  </a:lnTo>
                  <a:lnTo>
                    <a:pt x="158242" y="153543"/>
                  </a:lnTo>
                  <a:lnTo>
                    <a:pt x="158242" y="157480"/>
                  </a:lnTo>
                  <a:lnTo>
                    <a:pt x="154305" y="157480"/>
                  </a:lnTo>
                  <a:lnTo>
                    <a:pt x="154305" y="3937"/>
                  </a:lnTo>
                  <a:lnTo>
                    <a:pt x="158242" y="3937"/>
                  </a:lnTo>
                  <a:lnTo>
                    <a:pt x="158242" y="7874"/>
                  </a:lnTo>
                  <a:lnTo>
                    <a:pt x="3937" y="7874"/>
                  </a:lnTo>
                  <a:close/>
                </a:path>
              </a:pathLst>
            </a:custGeom>
            <a:solidFill>
              <a:srgbClr val="E898AC"/>
            </a:solidFill>
          </p:spPr>
          <p:txBody>
            <a:bodyPr/>
            <a:lstStyle/>
            <a:p>
              <a:endParaRPr lang="en-ID" sz="2800"/>
            </a:p>
          </p:txBody>
        </p:sp>
      </p:grpSp>
      <p:grpSp>
        <p:nvGrpSpPr>
          <p:cNvPr id="21" name="Group 21"/>
          <p:cNvGrpSpPr/>
          <p:nvPr/>
        </p:nvGrpSpPr>
        <p:grpSpPr>
          <a:xfrm>
            <a:off x="1585693" y="575997"/>
            <a:ext cx="248852" cy="247906"/>
            <a:chOff x="0" y="0"/>
            <a:chExt cx="331803" cy="330541"/>
          </a:xfrm>
        </p:grpSpPr>
        <p:sp>
          <p:nvSpPr>
            <p:cNvPr id="22" name="Freeform 22"/>
            <p:cNvSpPr/>
            <p:nvPr/>
          </p:nvSpPr>
          <p:spPr>
            <a:xfrm>
              <a:off x="0" y="0"/>
              <a:ext cx="331724" cy="330327"/>
            </a:xfrm>
            <a:custGeom>
              <a:avLst/>
              <a:gdLst/>
              <a:ahLst/>
              <a:cxnLst/>
              <a:rect l="l" t="t" r="r" b="b"/>
              <a:pathLst>
                <a:path w="331724" h="330327">
                  <a:moveTo>
                    <a:pt x="3937" y="0"/>
                  </a:moveTo>
                  <a:lnTo>
                    <a:pt x="327787" y="0"/>
                  </a:lnTo>
                  <a:cubicBezTo>
                    <a:pt x="329946" y="0"/>
                    <a:pt x="331724" y="1778"/>
                    <a:pt x="331724" y="3937"/>
                  </a:cubicBezTo>
                  <a:lnTo>
                    <a:pt x="331724" y="326390"/>
                  </a:lnTo>
                  <a:cubicBezTo>
                    <a:pt x="331724" y="328549"/>
                    <a:pt x="329946" y="330327"/>
                    <a:pt x="327787" y="330327"/>
                  </a:cubicBezTo>
                  <a:lnTo>
                    <a:pt x="3937" y="330327"/>
                  </a:lnTo>
                  <a:cubicBezTo>
                    <a:pt x="1778" y="330327"/>
                    <a:pt x="0" y="328549"/>
                    <a:pt x="0" y="326390"/>
                  </a:cubicBezTo>
                  <a:lnTo>
                    <a:pt x="0" y="3937"/>
                  </a:lnTo>
                  <a:cubicBezTo>
                    <a:pt x="0" y="1778"/>
                    <a:pt x="1778" y="0"/>
                    <a:pt x="3937" y="0"/>
                  </a:cubicBezTo>
                  <a:moveTo>
                    <a:pt x="3937" y="7874"/>
                  </a:moveTo>
                  <a:lnTo>
                    <a:pt x="3937" y="3937"/>
                  </a:lnTo>
                  <a:lnTo>
                    <a:pt x="7874" y="3937"/>
                  </a:lnTo>
                  <a:lnTo>
                    <a:pt x="7874" y="326390"/>
                  </a:lnTo>
                  <a:lnTo>
                    <a:pt x="3937" y="326390"/>
                  </a:lnTo>
                  <a:lnTo>
                    <a:pt x="3937" y="322453"/>
                  </a:lnTo>
                  <a:lnTo>
                    <a:pt x="327787" y="322453"/>
                  </a:lnTo>
                  <a:lnTo>
                    <a:pt x="327787" y="326390"/>
                  </a:lnTo>
                  <a:lnTo>
                    <a:pt x="323850" y="326390"/>
                  </a:lnTo>
                  <a:lnTo>
                    <a:pt x="323850" y="3937"/>
                  </a:lnTo>
                  <a:lnTo>
                    <a:pt x="327787" y="3937"/>
                  </a:lnTo>
                  <a:lnTo>
                    <a:pt x="327787" y="7874"/>
                  </a:lnTo>
                  <a:lnTo>
                    <a:pt x="3937" y="7874"/>
                  </a:lnTo>
                  <a:close/>
                </a:path>
              </a:pathLst>
            </a:custGeom>
            <a:solidFill>
              <a:srgbClr val="FC723F"/>
            </a:solidFill>
          </p:spPr>
          <p:txBody>
            <a:bodyPr/>
            <a:lstStyle/>
            <a:p>
              <a:endParaRPr lang="en-ID" sz="2800"/>
            </a:p>
          </p:txBody>
        </p:sp>
      </p:grpSp>
      <p:grpSp>
        <p:nvGrpSpPr>
          <p:cNvPr id="23" name="Group 23"/>
          <p:cNvGrpSpPr/>
          <p:nvPr/>
        </p:nvGrpSpPr>
        <p:grpSpPr>
          <a:xfrm>
            <a:off x="2466830" y="290802"/>
            <a:ext cx="242892" cy="242892"/>
            <a:chOff x="0" y="0"/>
            <a:chExt cx="323856" cy="323856"/>
          </a:xfrm>
        </p:grpSpPr>
        <p:sp>
          <p:nvSpPr>
            <p:cNvPr id="24" name="Freeform 24"/>
            <p:cNvSpPr/>
            <p:nvPr/>
          </p:nvSpPr>
          <p:spPr>
            <a:xfrm>
              <a:off x="127" y="0"/>
              <a:ext cx="323723" cy="323723"/>
            </a:xfrm>
            <a:custGeom>
              <a:avLst/>
              <a:gdLst/>
              <a:ahLst/>
              <a:cxnLst/>
              <a:rect l="l" t="t" r="r" b="b"/>
              <a:pathLst>
                <a:path w="323723" h="323723">
                  <a:moveTo>
                    <a:pt x="0" y="0"/>
                  </a:moveTo>
                  <a:lnTo>
                    <a:pt x="0" y="323723"/>
                  </a:lnTo>
                  <a:lnTo>
                    <a:pt x="323723" y="323723"/>
                  </a:lnTo>
                  <a:lnTo>
                    <a:pt x="323723" y="0"/>
                  </a:lnTo>
                  <a:close/>
                </a:path>
              </a:pathLst>
            </a:custGeom>
            <a:solidFill>
              <a:srgbClr val="E898AC"/>
            </a:solidFill>
          </p:spPr>
          <p:txBody>
            <a:bodyPr/>
            <a:lstStyle/>
            <a:p>
              <a:endParaRPr lang="en-ID" sz="2800"/>
            </a:p>
          </p:txBody>
        </p:sp>
      </p:grpSp>
      <p:sp>
        <p:nvSpPr>
          <p:cNvPr id="25" name="Freeform 25"/>
          <p:cNvSpPr/>
          <p:nvPr/>
        </p:nvSpPr>
        <p:spPr>
          <a:xfrm>
            <a:off x="14660785" y="7227953"/>
            <a:ext cx="398002" cy="1734398"/>
          </a:xfrm>
          <a:custGeom>
            <a:avLst/>
            <a:gdLst/>
            <a:ahLst/>
            <a:cxnLst/>
            <a:rect l="l" t="t" r="r" b="b"/>
            <a:pathLst>
              <a:path w="398002" h="1734398">
                <a:moveTo>
                  <a:pt x="0" y="0"/>
                </a:moveTo>
                <a:lnTo>
                  <a:pt x="398002" y="0"/>
                </a:lnTo>
                <a:lnTo>
                  <a:pt x="398002" y="1734398"/>
                </a:lnTo>
                <a:lnTo>
                  <a:pt x="0" y="1734398"/>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ID" sz="2800"/>
          </a:p>
        </p:txBody>
      </p:sp>
      <p:sp>
        <p:nvSpPr>
          <p:cNvPr id="26" name="Freeform 26"/>
          <p:cNvSpPr/>
          <p:nvPr/>
        </p:nvSpPr>
        <p:spPr>
          <a:xfrm>
            <a:off x="8174282" y="7449532"/>
            <a:ext cx="323507" cy="1360151"/>
          </a:xfrm>
          <a:custGeom>
            <a:avLst/>
            <a:gdLst/>
            <a:ahLst/>
            <a:cxnLst/>
            <a:rect l="l" t="t" r="r" b="b"/>
            <a:pathLst>
              <a:path w="323507" h="1360151">
                <a:moveTo>
                  <a:pt x="0" y="0"/>
                </a:moveTo>
                <a:lnTo>
                  <a:pt x="323507" y="0"/>
                </a:lnTo>
                <a:lnTo>
                  <a:pt x="323507" y="1360150"/>
                </a:lnTo>
                <a:lnTo>
                  <a:pt x="0" y="1360150"/>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txBody>
          <a:bodyPr/>
          <a:lstStyle/>
          <a:p>
            <a:endParaRPr lang="en-ID" sz="2800"/>
          </a:p>
        </p:txBody>
      </p:sp>
      <p:grpSp>
        <p:nvGrpSpPr>
          <p:cNvPr id="27" name="Group 27"/>
          <p:cNvGrpSpPr/>
          <p:nvPr/>
        </p:nvGrpSpPr>
        <p:grpSpPr>
          <a:xfrm>
            <a:off x="5513812" y="8503466"/>
            <a:ext cx="242868" cy="242868"/>
            <a:chOff x="0" y="0"/>
            <a:chExt cx="323824" cy="323824"/>
          </a:xfrm>
        </p:grpSpPr>
        <p:sp>
          <p:nvSpPr>
            <p:cNvPr id="28" name="Freeform 28"/>
            <p:cNvSpPr/>
            <p:nvPr/>
          </p:nvSpPr>
          <p:spPr>
            <a:xfrm>
              <a:off x="127" y="0"/>
              <a:ext cx="323723" cy="323723"/>
            </a:xfrm>
            <a:custGeom>
              <a:avLst/>
              <a:gdLst/>
              <a:ahLst/>
              <a:cxnLst/>
              <a:rect l="l" t="t" r="r" b="b"/>
              <a:pathLst>
                <a:path w="323723" h="323723">
                  <a:moveTo>
                    <a:pt x="0" y="0"/>
                  </a:moveTo>
                  <a:lnTo>
                    <a:pt x="0" y="323723"/>
                  </a:lnTo>
                  <a:lnTo>
                    <a:pt x="323723" y="323723"/>
                  </a:lnTo>
                  <a:lnTo>
                    <a:pt x="323723" y="0"/>
                  </a:lnTo>
                  <a:close/>
                </a:path>
              </a:pathLst>
            </a:custGeom>
            <a:solidFill>
              <a:srgbClr val="E898AC"/>
            </a:solidFill>
          </p:spPr>
          <p:txBody>
            <a:bodyPr/>
            <a:lstStyle/>
            <a:p>
              <a:endParaRPr lang="en-ID" sz="2800"/>
            </a:p>
          </p:txBody>
        </p:sp>
      </p:grpSp>
      <p:grpSp>
        <p:nvGrpSpPr>
          <p:cNvPr id="29" name="Group 29"/>
          <p:cNvGrpSpPr/>
          <p:nvPr/>
        </p:nvGrpSpPr>
        <p:grpSpPr>
          <a:xfrm>
            <a:off x="11892012" y="8502066"/>
            <a:ext cx="242868" cy="242868"/>
            <a:chOff x="0" y="0"/>
            <a:chExt cx="323824" cy="323824"/>
          </a:xfrm>
        </p:grpSpPr>
        <p:sp>
          <p:nvSpPr>
            <p:cNvPr id="30" name="Freeform 30"/>
            <p:cNvSpPr/>
            <p:nvPr/>
          </p:nvSpPr>
          <p:spPr>
            <a:xfrm>
              <a:off x="127" y="0"/>
              <a:ext cx="323723" cy="323723"/>
            </a:xfrm>
            <a:custGeom>
              <a:avLst/>
              <a:gdLst/>
              <a:ahLst/>
              <a:cxnLst/>
              <a:rect l="l" t="t" r="r" b="b"/>
              <a:pathLst>
                <a:path w="323723" h="323723">
                  <a:moveTo>
                    <a:pt x="0" y="0"/>
                  </a:moveTo>
                  <a:lnTo>
                    <a:pt x="0" y="323723"/>
                  </a:lnTo>
                  <a:lnTo>
                    <a:pt x="323723" y="323723"/>
                  </a:lnTo>
                  <a:lnTo>
                    <a:pt x="323723" y="0"/>
                  </a:lnTo>
                  <a:close/>
                </a:path>
              </a:pathLst>
            </a:custGeom>
            <a:solidFill>
              <a:srgbClr val="00CFCC"/>
            </a:solidFill>
          </p:spPr>
          <p:txBody>
            <a:bodyPr/>
            <a:lstStyle/>
            <a:p>
              <a:endParaRPr lang="en-ID" sz="2800"/>
            </a:p>
          </p:txBody>
        </p:sp>
      </p:grpSp>
      <p:grpSp>
        <p:nvGrpSpPr>
          <p:cNvPr id="31" name="Group 31"/>
          <p:cNvGrpSpPr/>
          <p:nvPr/>
        </p:nvGrpSpPr>
        <p:grpSpPr>
          <a:xfrm>
            <a:off x="2098912" y="8502066"/>
            <a:ext cx="242868" cy="242868"/>
            <a:chOff x="0" y="0"/>
            <a:chExt cx="323824" cy="323824"/>
          </a:xfrm>
        </p:grpSpPr>
        <p:sp>
          <p:nvSpPr>
            <p:cNvPr id="32" name="Freeform 32"/>
            <p:cNvSpPr/>
            <p:nvPr/>
          </p:nvSpPr>
          <p:spPr>
            <a:xfrm>
              <a:off x="127" y="0"/>
              <a:ext cx="323723" cy="323723"/>
            </a:xfrm>
            <a:custGeom>
              <a:avLst/>
              <a:gdLst/>
              <a:ahLst/>
              <a:cxnLst/>
              <a:rect l="l" t="t" r="r" b="b"/>
              <a:pathLst>
                <a:path w="323723" h="323723">
                  <a:moveTo>
                    <a:pt x="0" y="0"/>
                  </a:moveTo>
                  <a:lnTo>
                    <a:pt x="0" y="323723"/>
                  </a:lnTo>
                  <a:lnTo>
                    <a:pt x="323723" y="323723"/>
                  </a:lnTo>
                  <a:lnTo>
                    <a:pt x="323723" y="0"/>
                  </a:lnTo>
                  <a:close/>
                </a:path>
              </a:pathLst>
            </a:custGeom>
            <a:solidFill>
              <a:srgbClr val="F64975"/>
            </a:solidFill>
          </p:spPr>
          <p:txBody>
            <a:bodyPr/>
            <a:lstStyle/>
            <a:p>
              <a:endParaRPr lang="en-ID" sz="2800"/>
            </a:p>
          </p:txBody>
        </p:sp>
      </p:grpSp>
      <p:sp>
        <p:nvSpPr>
          <p:cNvPr id="72" name="TextBox 71">
            <a:extLst>
              <a:ext uri="{FF2B5EF4-FFF2-40B4-BE49-F238E27FC236}">
                <a16:creationId xmlns:a16="http://schemas.microsoft.com/office/drawing/2014/main" id="{B518EF13-EC54-293D-871D-28FFFE8062F9}"/>
              </a:ext>
            </a:extLst>
          </p:cNvPr>
          <p:cNvSpPr txBox="1"/>
          <p:nvPr/>
        </p:nvSpPr>
        <p:spPr>
          <a:xfrm>
            <a:off x="1447800" y="2746744"/>
            <a:ext cx="4491086" cy="523220"/>
          </a:xfrm>
          <a:prstGeom prst="rect">
            <a:avLst/>
          </a:prstGeom>
          <a:noFill/>
        </p:spPr>
        <p:txBody>
          <a:bodyPr wrap="square" rtlCol="0">
            <a:spAutoFit/>
          </a:bodyPr>
          <a:lstStyle/>
          <a:p>
            <a:r>
              <a:rPr lang="en-US" sz="2800" b="1">
                <a:solidFill>
                  <a:srgbClr val="FFFFFF"/>
                </a:solidFill>
                <a:latin typeface="Noto Sans Bold" panose="020B0502040504020204" pitchFamily="34" charset="0"/>
                <a:ea typeface="Noto Sans Bold" panose="020B0502040504020204" pitchFamily="34" charset="0"/>
                <a:cs typeface="Noto Sans Bold" panose="020B0502040504020204" pitchFamily="34" charset="0"/>
                <a:sym typeface="Arimo"/>
              </a:rPr>
              <a:t> </a:t>
            </a:r>
            <a:r>
              <a:rPr lang="vi-VN" sz="2800" b="1">
                <a:solidFill>
                  <a:srgbClr val="FFFFFF"/>
                </a:solidFill>
                <a:latin typeface="Noto Sans Bold" panose="020B0502040504020204" pitchFamily="34" charset="0"/>
                <a:ea typeface="Noto Sans Bold" panose="020B0502040504020204" pitchFamily="34" charset="0"/>
                <a:cs typeface="Noto Sans Bold" panose="020B0502040504020204" pitchFamily="34" charset="0"/>
                <a:sym typeface="Arimo"/>
              </a:rPr>
              <a:t>I</a:t>
            </a:r>
            <a:r>
              <a:rPr lang="en-US" sz="2800" b="1">
                <a:solidFill>
                  <a:srgbClr val="FFFFFF"/>
                </a:solidFill>
                <a:latin typeface="Noto Sans Bold" panose="020B0502040504020204" pitchFamily="34" charset="0"/>
                <a:ea typeface="Noto Sans Bold" panose="020B0502040504020204" pitchFamily="34" charset="0"/>
                <a:cs typeface="Noto Sans Bold" panose="020B0502040504020204" pitchFamily="34" charset="0"/>
                <a:sym typeface="Arimo"/>
              </a:rPr>
              <a:t>.  GIỚI THIỆU CHUNG</a:t>
            </a:r>
            <a:endParaRPr lang="en-US" sz="2800" b="1">
              <a:latin typeface="Noto Sans Bold" panose="020B0502040504020204" pitchFamily="34" charset="0"/>
              <a:ea typeface="Noto Sans Bold" panose="020B0502040504020204" pitchFamily="34" charset="0"/>
              <a:cs typeface="Noto Sans Bold" panose="020B0502040504020204" pitchFamily="34" charset="0"/>
            </a:endParaRPr>
          </a:p>
        </p:txBody>
      </p:sp>
      <p:sp>
        <p:nvSpPr>
          <p:cNvPr id="73" name="TextBox 72">
            <a:extLst>
              <a:ext uri="{FF2B5EF4-FFF2-40B4-BE49-F238E27FC236}">
                <a16:creationId xmlns:a16="http://schemas.microsoft.com/office/drawing/2014/main" id="{16C0490C-70B4-D311-9784-684D179DC9B8}"/>
              </a:ext>
            </a:extLst>
          </p:cNvPr>
          <p:cNvSpPr txBox="1"/>
          <p:nvPr/>
        </p:nvSpPr>
        <p:spPr>
          <a:xfrm>
            <a:off x="1506505" y="3951890"/>
            <a:ext cx="7913316" cy="992964"/>
          </a:xfrm>
          <a:prstGeom prst="rect">
            <a:avLst/>
          </a:prstGeom>
          <a:noFill/>
        </p:spPr>
        <p:txBody>
          <a:bodyPr wrap="square" rtlCol="0">
            <a:spAutoFit/>
          </a:bodyPr>
          <a:lstStyle/>
          <a:p>
            <a:pPr>
              <a:lnSpc>
                <a:spcPts val="8436"/>
              </a:lnSpc>
            </a:pPr>
            <a:r>
              <a:rPr lang="vi-VN" sz="2800">
                <a:solidFill>
                  <a:srgbClr val="FFFFFF"/>
                </a:solidFill>
                <a:latin typeface="Noto Sans Bold"/>
                <a:ea typeface="Noto Sans Bold"/>
                <a:cs typeface="Noto Sans Bold"/>
                <a:sym typeface="Noto Sans Bold"/>
              </a:rPr>
              <a:t>II</a:t>
            </a:r>
            <a:r>
              <a:rPr lang="en-US" sz="2800">
                <a:solidFill>
                  <a:srgbClr val="FFFFFF"/>
                </a:solidFill>
                <a:latin typeface="Noto Sans Bold"/>
                <a:ea typeface="Noto Sans Bold"/>
                <a:cs typeface="Noto Sans Bold"/>
                <a:sym typeface="Noto Sans Bold"/>
              </a:rPr>
              <a:t>. MỤC TIÊU</a:t>
            </a:r>
            <a:r>
              <a:rPr lang="vi-VN" sz="2800">
                <a:solidFill>
                  <a:srgbClr val="FFFFFF"/>
                </a:solidFill>
                <a:latin typeface="Noto Sans Bold"/>
                <a:ea typeface="Noto Sans Bold"/>
                <a:cs typeface="Noto Sans Bold"/>
                <a:sym typeface="Noto Sans Bold"/>
              </a:rPr>
              <a:t> , VÀ KẾT QUẢ ĐẠT ĐƯỢC</a:t>
            </a:r>
            <a:r>
              <a:rPr lang="en-US" sz="2800">
                <a:solidFill>
                  <a:srgbClr val="FFFFFF"/>
                </a:solidFill>
                <a:latin typeface="Noto Sans Bold"/>
                <a:ea typeface="Noto Sans Bold"/>
                <a:cs typeface="Noto Sans Bold"/>
                <a:sym typeface="Noto Sans Bold"/>
              </a:rPr>
              <a:t> </a:t>
            </a:r>
            <a:endParaRPr lang="en-US" sz="2800" dirty="0">
              <a:solidFill>
                <a:srgbClr val="FFFFFF"/>
              </a:solidFill>
              <a:latin typeface="Noto Sans Bold"/>
              <a:ea typeface="Noto Sans Bold"/>
              <a:cs typeface="Noto Sans Bold"/>
              <a:sym typeface="Noto Sans Bold"/>
            </a:endParaRPr>
          </a:p>
        </p:txBody>
      </p:sp>
      <p:sp>
        <p:nvSpPr>
          <p:cNvPr id="75" name="TextBox 74">
            <a:extLst>
              <a:ext uri="{FF2B5EF4-FFF2-40B4-BE49-F238E27FC236}">
                <a16:creationId xmlns:a16="http://schemas.microsoft.com/office/drawing/2014/main" id="{ECF9A6A2-C77C-928E-4991-763B92E85E97}"/>
              </a:ext>
            </a:extLst>
          </p:cNvPr>
          <p:cNvSpPr txBox="1"/>
          <p:nvPr/>
        </p:nvSpPr>
        <p:spPr>
          <a:xfrm>
            <a:off x="1585693" y="5879450"/>
            <a:ext cx="7090097" cy="523220"/>
          </a:xfrm>
          <a:prstGeom prst="rect">
            <a:avLst/>
          </a:prstGeom>
          <a:noFill/>
        </p:spPr>
        <p:txBody>
          <a:bodyPr wrap="square" rtlCol="0">
            <a:spAutoFit/>
          </a:bodyPr>
          <a:lstStyle/>
          <a:p>
            <a:r>
              <a:rPr lang="vi-VN" sz="2800" b="1">
                <a:solidFill>
                  <a:schemeClr val="bg1"/>
                </a:solidFill>
                <a:latin typeface="Noto Sans" panose="020B0502040504020204" pitchFamily="34" charset="0"/>
                <a:ea typeface="Noto Sans" panose="020B0502040504020204" pitchFamily="34" charset="0"/>
                <a:cs typeface="Noto Sans" panose="020B0502040504020204" pitchFamily="34" charset="0"/>
              </a:rPr>
              <a:t>III. </a:t>
            </a:r>
            <a:r>
              <a:rPr lang="en-US" sz="2800" b="1">
                <a:solidFill>
                  <a:schemeClr val="bg1"/>
                </a:solidFill>
                <a:latin typeface="Noto Sans" panose="020B0502040504020204" pitchFamily="34" charset="0"/>
                <a:ea typeface="Noto Sans" panose="020B0502040504020204" pitchFamily="34" charset="0"/>
                <a:cs typeface="Noto Sans" panose="020B0502040504020204" pitchFamily="34" charset="0"/>
              </a:rPr>
              <a:t>TỔNG QUAN HỆ THỐNG</a:t>
            </a:r>
          </a:p>
        </p:txBody>
      </p:sp>
      <p:sp>
        <p:nvSpPr>
          <p:cNvPr id="80" name="TextBox 79">
            <a:extLst>
              <a:ext uri="{FF2B5EF4-FFF2-40B4-BE49-F238E27FC236}">
                <a16:creationId xmlns:a16="http://schemas.microsoft.com/office/drawing/2014/main" id="{BFC9CA14-4CAC-F9CB-8754-EA1A1221ABD9}"/>
              </a:ext>
            </a:extLst>
          </p:cNvPr>
          <p:cNvSpPr txBox="1"/>
          <p:nvPr/>
        </p:nvSpPr>
        <p:spPr>
          <a:xfrm>
            <a:off x="1585693" y="7498077"/>
            <a:ext cx="7242666" cy="954107"/>
          </a:xfrm>
          <a:prstGeom prst="rect">
            <a:avLst/>
          </a:prstGeom>
          <a:noFill/>
        </p:spPr>
        <p:txBody>
          <a:bodyPr wrap="square" rtlCol="0">
            <a:spAutoFit/>
          </a:bodyPr>
          <a:lstStyle/>
          <a:p>
            <a:r>
              <a:rPr lang="vi-VN" sz="2800" b="1">
                <a:solidFill>
                  <a:schemeClr val="bg1"/>
                </a:solidFill>
                <a:latin typeface="Noto Sans" panose="020B0502040504020204" pitchFamily="34" charset="0"/>
                <a:ea typeface="Noto Sans" panose="020B0502040504020204" pitchFamily="34" charset="0"/>
                <a:cs typeface="Noto Sans" panose="020B0502040504020204" pitchFamily="34" charset="0"/>
              </a:rPr>
              <a:t>IV.</a:t>
            </a:r>
            <a:r>
              <a:rPr lang="en-US" sz="2800" b="1">
                <a:solidFill>
                  <a:schemeClr val="bg1"/>
                </a:solidFill>
                <a:latin typeface="Noto Sans" panose="020B0502040504020204" pitchFamily="34" charset="0"/>
                <a:ea typeface="Noto Sans" panose="020B0502040504020204" pitchFamily="34" charset="0"/>
                <a:cs typeface="Noto Sans" panose="020B0502040504020204" pitchFamily="34" charset="0"/>
              </a:rPr>
              <a:t> CÁC HÀM VÀ CLASS QUAN TRỌNG</a:t>
            </a:r>
          </a:p>
          <a:p>
            <a:endParaRPr lang="en-US" sz="2800" b="1">
              <a:solidFill>
                <a:schemeClr val="bg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81" name="TextBox 80">
            <a:extLst>
              <a:ext uri="{FF2B5EF4-FFF2-40B4-BE49-F238E27FC236}">
                <a16:creationId xmlns:a16="http://schemas.microsoft.com/office/drawing/2014/main" id="{83AB6194-B26D-19DE-2445-341FBAD0367D}"/>
              </a:ext>
            </a:extLst>
          </p:cNvPr>
          <p:cNvSpPr txBox="1"/>
          <p:nvPr/>
        </p:nvSpPr>
        <p:spPr>
          <a:xfrm>
            <a:off x="9216703" y="2745638"/>
            <a:ext cx="8614097" cy="523220"/>
          </a:xfrm>
          <a:prstGeom prst="rect">
            <a:avLst/>
          </a:prstGeom>
          <a:noFill/>
        </p:spPr>
        <p:txBody>
          <a:bodyPr wrap="square" rtlCol="0">
            <a:spAutoFit/>
          </a:bodyPr>
          <a:lstStyle/>
          <a:p>
            <a:r>
              <a:rPr lang="vi-VN" sz="2800" b="1">
                <a:solidFill>
                  <a:schemeClr val="bg1"/>
                </a:solidFill>
                <a:latin typeface="Noto Sans" panose="020B0502040504020204" pitchFamily="34" charset="0"/>
                <a:ea typeface="Noto Sans" panose="020B0502040504020204" pitchFamily="34" charset="0"/>
                <a:cs typeface="Noto Sans" panose="020B0502040504020204" pitchFamily="34" charset="0"/>
              </a:rPr>
              <a:t>V.</a:t>
            </a:r>
            <a:r>
              <a:rPr lang="en-US" sz="2800" b="1">
                <a:solidFill>
                  <a:schemeClr val="bg1"/>
                </a:solidFill>
                <a:latin typeface="Noto Sans" panose="020B0502040504020204" pitchFamily="34" charset="0"/>
                <a:ea typeface="Noto Sans" panose="020B0502040504020204" pitchFamily="34" charset="0"/>
                <a:cs typeface="Noto Sans" panose="020B0502040504020204" pitchFamily="34" charset="0"/>
              </a:rPr>
              <a:t> </a:t>
            </a:r>
            <a:r>
              <a:rPr lang="vi-VN" sz="2800" b="1">
                <a:solidFill>
                  <a:schemeClr val="bg1"/>
                </a:solidFill>
                <a:latin typeface="Noto Sans" panose="020B0502040504020204" pitchFamily="34" charset="0"/>
                <a:ea typeface="Noto Sans" panose="020B0502040504020204" pitchFamily="34" charset="0"/>
                <a:cs typeface="Noto Sans" panose="020B0502040504020204" pitchFamily="34" charset="0"/>
              </a:rPr>
              <a:t>QUY TRÌNH CHÍNH CỦA HỆ THỐNG</a:t>
            </a:r>
            <a:endParaRPr lang="en-US" sz="2800" b="1">
              <a:solidFill>
                <a:schemeClr val="bg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82" name="TextBox 81">
            <a:extLst>
              <a:ext uri="{FF2B5EF4-FFF2-40B4-BE49-F238E27FC236}">
                <a16:creationId xmlns:a16="http://schemas.microsoft.com/office/drawing/2014/main" id="{A395F8A1-2D4C-52F6-5AB7-0ABA32ADDD25}"/>
              </a:ext>
            </a:extLst>
          </p:cNvPr>
          <p:cNvSpPr txBox="1"/>
          <p:nvPr/>
        </p:nvSpPr>
        <p:spPr>
          <a:xfrm>
            <a:off x="9144000" y="4295076"/>
            <a:ext cx="9623359" cy="656334"/>
          </a:xfrm>
          <a:prstGeom prst="rect">
            <a:avLst/>
          </a:prstGeom>
          <a:noFill/>
        </p:spPr>
        <p:txBody>
          <a:bodyPr wrap="square" rtlCol="0">
            <a:spAutoFit/>
          </a:bodyPr>
          <a:lstStyle/>
          <a:p>
            <a:pPr>
              <a:lnSpc>
                <a:spcPts val="4917"/>
              </a:lnSpc>
            </a:pPr>
            <a:r>
              <a:rPr lang="en-US" sz="2800">
                <a:solidFill>
                  <a:schemeClr val="bg1"/>
                </a:solidFill>
                <a:latin typeface="Noto Sans" panose="020B0502040504020204" pitchFamily="34" charset="0"/>
                <a:ea typeface="Noto Sans" panose="020B0502040504020204" pitchFamily="34" charset="0"/>
                <a:cs typeface="Noto Sans" panose="020B0502040504020204" pitchFamily="34" charset="0"/>
                <a:sym typeface="Arimo"/>
              </a:rPr>
              <a:t> </a:t>
            </a:r>
            <a:r>
              <a:rPr lang="vi-VN" sz="2800" b="1">
                <a:solidFill>
                  <a:schemeClr val="bg1"/>
                </a:solidFill>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2800" b="1">
              <a:solidFill>
                <a:schemeClr val="bg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83" name="TextBox 82">
            <a:extLst>
              <a:ext uri="{FF2B5EF4-FFF2-40B4-BE49-F238E27FC236}">
                <a16:creationId xmlns:a16="http://schemas.microsoft.com/office/drawing/2014/main" id="{10EF1BFC-C40A-1C97-32C3-35BC03FCCFBF}"/>
              </a:ext>
            </a:extLst>
          </p:cNvPr>
          <p:cNvSpPr txBox="1"/>
          <p:nvPr/>
        </p:nvSpPr>
        <p:spPr>
          <a:xfrm>
            <a:off x="7829001" y="5958806"/>
            <a:ext cx="11298857" cy="523220"/>
          </a:xfrm>
          <a:prstGeom prst="rect">
            <a:avLst/>
          </a:prstGeom>
          <a:noFill/>
        </p:spPr>
        <p:txBody>
          <a:bodyPr wrap="square" rtlCol="0">
            <a:spAutoFit/>
          </a:bodyPr>
          <a:lstStyle/>
          <a:p>
            <a:pPr algn="ctr"/>
            <a:r>
              <a:rPr lang="vi-VN" sz="2800" b="1">
                <a:solidFill>
                  <a:schemeClr val="bg1"/>
                </a:solidFill>
                <a:latin typeface="Noto Sans" panose="020B0502040504020204" pitchFamily="34" charset="0"/>
                <a:ea typeface="Noto Sans" panose="020B0502040504020204" pitchFamily="34" charset="0"/>
                <a:cs typeface="Noto Sans" panose="020B0502040504020204" pitchFamily="34" charset="0"/>
              </a:rPr>
              <a:t>VII. KIẾN THỨC VẬN DỤNG VÀ KHÁM PHÁ MỚI</a:t>
            </a:r>
            <a:endParaRPr lang="en-US" sz="2800" b="1">
              <a:solidFill>
                <a:schemeClr val="bg1"/>
              </a:solidFill>
              <a:latin typeface="Noto Sans" panose="020B0502040504020204" pitchFamily="34" charset="0"/>
              <a:ea typeface="Noto Sans" panose="020B0502040504020204" pitchFamily="34" charset="0"/>
              <a:cs typeface="Noto Sans" panose="020B0502040504020204" pitchFamily="34" charset="0"/>
            </a:endParaRPr>
          </a:p>
        </p:txBody>
      </p:sp>
      <p:sp>
        <p:nvSpPr>
          <p:cNvPr id="85" name="Freeform 5">
            <a:extLst>
              <a:ext uri="{FF2B5EF4-FFF2-40B4-BE49-F238E27FC236}">
                <a16:creationId xmlns:a16="http://schemas.microsoft.com/office/drawing/2014/main" id="{3BFFA5E4-5B23-9FE4-1567-0FC3E6B77A48}"/>
              </a:ext>
            </a:extLst>
          </p:cNvPr>
          <p:cNvSpPr/>
          <p:nvPr/>
        </p:nvSpPr>
        <p:spPr>
          <a:xfrm>
            <a:off x="15147453" y="2139099"/>
            <a:ext cx="383904" cy="2578108"/>
          </a:xfrm>
          <a:custGeom>
            <a:avLst/>
            <a:gdLst/>
            <a:ahLst/>
            <a:cxnLst/>
            <a:rect l="l" t="t" r="r" b="b"/>
            <a:pathLst>
              <a:path w="383904" h="2578108">
                <a:moveTo>
                  <a:pt x="0" y="0"/>
                </a:moveTo>
                <a:lnTo>
                  <a:pt x="383904" y="0"/>
                </a:lnTo>
                <a:lnTo>
                  <a:pt x="383904" y="2578108"/>
                </a:lnTo>
                <a:lnTo>
                  <a:pt x="0" y="257810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sz="2800"/>
          </a:p>
        </p:txBody>
      </p:sp>
      <p:sp>
        <p:nvSpPr>
          <p:cNvPr id="86" name="Freeform 5">
            <a:extLst>
              <a:ext uri="{FF2B5EF4-FFF2-40B4-BE49-F238E27FC236}">
                <a16:creationId xmlns:a16="http://schemas.microsoft.com/office/drawing/2014/main" id="{9FBDAF75-CFF9-6C71-8C08-3C64DE4E615F}"/>
              </a:ext>
            </a:extLst>
          </p:cNvPr>
          <p:cNvSpPr/>
          <p:nvPr/>
        </p:nvSpPr>
        <p:spPr>
          <a:xfrm>
            <a:off x="13286478" y="5644189"/>
            <a:ext cx="383904" cy="2578108"/>
          </a:xfrm>
          <a:custGeom>
            <a:avLst/>
            <a:gdLst/>
            <a:ahLst/>
            <a:cxnLst/>
            <a:rect l="l" t="t" r="r" b="b"/>
            <a:pathLst>
              <a:path w="383904" h="2578108">
                <a:moveTo>
                  <a:pt x="0" y="0"/>
                </a:moveTo>
                <a:lnTo>
                  <a:pt x="383904" y="0"/>
                </a:lnTo>
                <a:lnTo>
                  <a:pt x="383904" y="2578108"/>
                </a:lnTo>
                <a:lnTo>
                  <a:pt x="0" y="257810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sz="2800"/>
          </a:p>
        </p:txBody>
      </p:sp>
      <p:sp>
        <p:nvSpPr>
          <p:cNvPr id="87" name="Freeform 5">
            <a:extLst>
              <a:ext uri="{FF2B5EF4-FFF2-40B4-BE49-F238E27FC236}">
                <a16:creationId xmlns:a16="http://schemas.microsoft.com/office/drawing/2014/main" id="{D263BF7B-6273-8D5E-BE27-45DBB047C2CB}"/>
              </a:ext>
            </a:extLst>
          </p:cNvPr>
          <p:cNvSpPr/>
          <p:nvPr/>
        </p:nvSpPr>
        <p:spPr>
          <a:xfrm>
            <a:off x="16455840" y="9062688"/>
            <a:ext cx="383904" cy="2578108"/>
          </a:xfrm>
          <a:custGeom>
            <a:avLst/>
            <a:gdLst/>
            <a:ahLst/>
            <a:cxnLst/>
            <a:rect l="l" t="t" r="r" b="b"/>
            <a:pathLst>
              <a:path w="383904" h="2578108">
                <a:moveTo>
                  <a:pt x="0" y="0"/>
                </a:moveTo>
                <a:lnTo>
                  <a:pt x="383904" y="0"/>
                </a:lnTo>
                <a:lnTo>
                  <a:pt x="383904" y="2578108"/>
                </a:lnTo>
                <a:lnTo>
                  <a:pt x="0" y="257810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sz="2800"/>
          </a:p>
        </p:txBody>
      </p:sp>
      <p:sp>
        <p:nvSpPr>
          <p:cNvPr id="88" name="Freeform 6">
            <a:extLst>
              <a:ext uri="{FF2B5EF4-FFF2-40B4-BE49-F238E27FC236}">
                <a16:creationId xmlns:a16="http://schemas.microsoft.com/office/drawing/2014/main" id="{CB360BFD-F6F4-2C7A-6C25-9E7AAD38ED04}"/>
              </a:ext>
            </a:extLst>
          </p:cNvPr>
          <p:cNvSpPr/>
          <p:nvPr/>
        </p:nvSpPr>
        <p:spPr>
          <a:xfrm>
            <a:off x="4032700" y="3517003"/>
            <a:ext cx="242892" cy="3933852"/>
          </a:xfrm>
          <a:custGeom>
            <a:avLst/>
            <a:gdLst/>
            <a:ahLst/>
            <a:cxnLst/>
            <a:rect l="l" t="t" r="r" b="b"/>
            <a:pathLst>
              <a:path w="242892" h="3933852">
                <a:moveTo>
                  <a:pt x="0" y="0"/>
                </a:moveTo>
                <a:lnTo>
                  <a:pt x="242892" y="0"/>
                </a:lnTo>
                <a:lnTo>
                  <a:pt x="242892" y="3933852"/>
                </a:lnTo>
                <a:lnTo>
                  <a:pt x="0" y="3933852"/>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txBody>
          <a:bodyPr/>
          <a:lstStyle/>
          <a:p>
            <a:endParaRPr lang="en-ID" sz="2800"/>
          </a:p>
        </p:txBody>
      </p:sp>
      <p:sp>
        <p:nvSpPr>
          <p:cNvPr id="89" name="Freeform 25">
            <a:extLst>
              <a:ext uri="{FF2B5EF4-FFF2-40B4-BE49-F238E27FC236}">
                <a16:creationId xmlns:a16="http://schemas.microsoft.com/office/drawing/2014/main" id="{DCDF0ACE-2130-6554-DA5B-F76313C4604A}"/>
              </a:ext>
            </a:extLst>
          </p:cNvPr>
          <p:cNvSpPr/>
          <p:nvPr/>
        </p:nvSpPr>
        <p:spPr>
          <a:xfrm rot="5400000">
            <a:off x="17652849" y="155544"/>
            <a:ext cx="398002" cy="1734398"/>
          </a:xfrm>
          <a:custGeom>
            <a:avLst/>
            <a:gdLst/>
            <a:ahLst/>
            <a:cxnLst/>
            <a:rect l="l" t="t" r="r" b="b"/>
            <a:pathLst>
              <a:path w="398002" h="1734398">
                <a:moveTo>
                  <a:pt x="0" y="0"/>
                </a:moveTo>
                <a:lnTo>
                  <a:pt x="398002" y="0"/>
                </a:lnTo>
                <a:lnTo>
                  <a:pt x="398002" y="1734398"/>
                </a:lnTo>
                <a:lnTo>
                  <a:pt x="0" y="1734398"/>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txBody>
          <a:bodyPr/>
          <a:lstStyle/>
          <a:p>
            <a:endParaRPr lang="en-ID" sz="2800"/>
          </a:p>
        </p:txBody>
      </p:sp>
      <p:sp>
        <p:nvSpPr>
          <p:cNvPr id="33" name="TextBox 32">
            <a:extLst>
              <a:ext uri="{FF2B5EF4-FFF2-40B4-BE49-F238E27FC236}">
                <a16:creationId xmlns:a16="http://schemas.microsoft.com/office/drawing/2014/main" id="{2314F519-2FC7-E2D5-B8C7-C57394BFD60A}"/>
              </a:ext>
            </a:extLst>
          </p:cNvPr>
          <p:cNvSpPr txBox="1"/>
          <p:nvPr/>
        </p:nvSpPr>
        <p:spPr>
          <a:xfrm>
            <a:off x="9242719" y="7563126"/>
            <a:ext cx="6657547" cy="954107"/>
          </a:xfrm>
          <a:prstGeom prst="rect">
            <a:avLst/>
          </a:prstGeom>
          <a:noFill/>
        </p:spPr>
        <p:txBody>
          <a:bodyPr wrap="square" rtlCol="0">
            <a:spAutoFit/>
          </a:bodyPr>
          <a:lstStyle/>
          <a:p>
            <a:r>
              <a:rPr lang="vi-VN" sz="2800" b="1">
                <a:solidFill>
                  <a:schemeClr val="bg1"/>
                </a:solidFill>
              </a:rPr>
              <a:t>VIII. KẾT LUẬN VÀ HƯỚNG PHÁT TRIỂN</a:t>
            </a:r>
            <a:endParaRPr lang="en-US" sz="2800">
              <a:solidFill>
                <a:schemeClr val="bg1"/>
              </a:solidFill>
              <a:effectLst/>
            </a:endParaRPr>
          </a:p>
        </p:txBody>
      </p:sp>
      <p:sp>
        <p:nvSpPr>
          <p:cNvPr id="35" name="Rectangle 34">
            <a:extLst>
              <a:ext uri="{FF2B5EF4-FFF2-40B4-BE49-F238E27FC236}">
                <a16:creationId xmlns:a16="http://schemas.microsoft.com/office/drawing/2014/main" id="{CB0BD58E-76D8-04BB-C7D2-2B12130AE8CB}"/>
              </a:ext>
            </a:extLst>
          </p:cNvPr>
          <p:cNvSpPr/>
          <p:nvPr/>
        </p:nvSpPr>
        <p:spPr>
          <a:xfrm>
            <a:off x="6177164" y="1427794"/>
            <a:ext cx="4997251" cy="98743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4800">
                <a:latin typeface="Noto Sans Bold" panose="020B0502040504020204" pitchFamily="34" charset="0"/>
                <a:ea typeface="Noto Sans Bold" panose="020B0502040504020204" pitchFamily="34" charset="0"/>
                <a:cs typeface="Noto Sans Bold" panose="020B0502040504020204" pitchFamily="34" charset="0"/>
              </a:rPr>
              <a:t>NỘI DUNG </a:t>
            </a:r>
            <a:endParaRPr lang="en-US" sz="4800">
              <a:latin typeface="Noto Sans Bold" panose="020B0502040504020204" pitchFamily="34" charset="0"/>
              <a:ea typeface="Noto Sans Bold" panose="020B0502040504020204" pitchFamily="34" charset="0"/>
              <a:cs typeface="Noto Sans Bold" panose="020B0502040504020204" pitchFamily="34" charset="0"/>
            </a:endParaRP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p:cNvGrpSpPr/>
        <p:nvPr/>
      </p:nvGrpSpPr>
      <p:grpSpPr>
        <a:xfrm>
          <a:off x="0" y="0"/>
          <a:ext cx="0" cy="0"/>
          <a:chOff x="0" y="0"/>
          <a:chExt cx="0" cy="0"/>
        </a:xfrm>
      </p:grpSpPr>
      <p:grpSp>
        <p:nvGrpSpPr>
          <p:cNvPr id="2" name="Group 2"/>
          <p:cNvGrpSpPr/>
          <p:nvPr/>
        </p:nvGrpSpPr>
        <p:grpSpPr>
          <a:xfrm>
            <a:off x="17225526" y="1735550"/>
            <a:ext cx="334300" cy="334300"/>
            <a:chOff x="0" y="0"/>
            <a:chExt cx="445733" cy="445733"/>
          </a:xfrm>
        </p:grpSpPr>
        <p:sp>
          <p:nvSpPr>
            <p:cNvPr id="3" name="Freeform 3"/>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4" name="Group 4"/>
          <p:cNvGrpSpPr/>
          <p:nvPr/>
        </p:nvGrpSpPr>
        <p:grpSpPr>
          <a:xfrm>
            <a:off x="17284050" y="970350"/>
            <a:ext cx="217300" cy="217300"/>
            <a:chOff x="0" y="0"/>
            <a:chExt cx="289733" cy="289733"/>
          </a:xfrm>
        </p:grpSpPr>
        <p:sp>
          <p:nvSpPr>
            <p:cNvPr id="5" name="Freeform 5"/>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p>
          </p:txBody>
        </p:sp>
      </p:grpSp>
      <p:grpSp>
        <p:nvGrpSpPr>
          <p:cNvPr id="6" name="Group 6"/>
          <p:cNvGrpSpPr/>
          <p:nvPr/>
        </p:nvGrpSpPr>
        <p:grpSpPr>
          <a:xfrm>
            <a:off x="17708900" y="390050"/>
            <a:ext cx="311850" cy="312750"/>
            <a:chOff x="0" y="0"/>
            <a:chExt cx="415800" cy="417000"/>
          </a:xfrm>
        </p:grpSpPr>
        <p:sp>
          <p:nvSpPr>
            <p:cNvPr id="7" name="Freeform 7"/>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8" name="Group 8"/>
          <p:cNvGrpSpPr/>
          <p:nvPr/>
        </p:nvGrpSpPr>
        <p:grpSpPr>
          <a:xfrm>
            <a:off x="304420" y="9507822"/>
            <a:ext cx="190986" cy="190924"/>
            <a:chOff x="0" y="0"/>
            <a:chExt cx="254648" cy="254565"/>
          </a:xfrm>
        </p:grpSpPr>
        <p:sp>
          <p:nvSpPr>
            <p:cNvPr id="9" name="Freeform 9"/>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10" name="Group 10"/>
          <p:cNvGrpSpPr/>
          <p:nvPr/>
        </p:nvGrpSpPr>
        <p:grpSpPr>
          <a:xfrm>
            <a:off x="17782576" y="1432170"/>
            <a:ext cx="164518" cy="164518"/>
            <a:chOff x="0" y="0"/>
            <a:chExt cx="219357" cy="219357"/>
          </a:xfrm>
        </p:grpSpPr>
        <p:sp>
          <p:nvSpPr>
            <p:cNvPr id="11" name="Freeform 11"/>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p>
          </p:txBody>
        </p:sp>
      </p:grpSp>
      <p:grpSp>
        <p:nvGrpSpPr>
          <p:cNvPr id="12" name="Group 12"/>
          <p:cNvGrpSpPr/>
          <p:nvPr/>
        </p:nvGrpSpPr>
        <p:grpSpPr>
          <a:xfrm>
            <a:off x="404850" y="8803450"/>
            <a:ext cx="334300" cy="334300"/>
            <a:chOff x="0" y="0"/>
            <a:chExt cx="445733" cy="445733"/>
          </a:xfrm>
        </p:grpSpPr>
        <p:sp>
          <p:nvSpPr>
            <p:cNvPr id="13" name="Freeform 13"/>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14" name="Group 14"/>
          <p:cNvGrpSpPr/>
          <p:nvPr/>
        </p:nvGrpSpPr>
        <p:grpSpPr>
          <a:xfrm>
            <a:off x="925800" y="9507800"/>
            <a:ext cx="311850" cy="312750"/>
            <a:chOff x="0" y="0"/>
            <a:chExt cx="415800" cy="417000"/>
          </a:xfrm>
        </p:grpSpPr>
        <p:sp>
          <p:nvSpPr>
            <p:cNvPr id="15" name="Freeform 15"/>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sp>
        <p:nvSpPr>
          <p:cNvPr id="16" name="Freeform 16"/>
          <p:cNvSpPr/>
          <p:nvPr/>
        </p:nvSpPr>
        <p:spPr>
          <a:xfrm>
            <a:off x="5446118" y="4929166"/>
            <a:ext cx="779120" cy="781718"/>
          </a:xfrm>
          <a:custGeom>
            <a:avLst/>
            <a:gdLst/>
            <a:ahLst/>
            <a:cxnLst/>
            <a:rect l="l" t="t" r="r" b="b"/>
            <a:pathLst>
              <a:path w="779120" h="781718">
                <a:moveTo>
                  <a:pt x="0" y="0"/>
                </a:moveTo>
                <a:lnTo>
                  <a:pt x="779120" y="0"/>
                </a:lnTo>
                <a:lnTo>
                  <a:pt x="779120" y="781718"/>
                </a:lnTo>
                <a:lnTo>
                  <a:pt x="0" y="781718"/>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ID"/>
          </a:p>
        </p:txBody>
      </p:sp>
      <p:sp>
        <p:nvSpPr>
          <p:cNvPr id="17" name="Freeform 17"/>
          <p:cNvSpPr/>
          <p:nvPr/>
        </p:nvSpPr>
        <p:spPr>
          <a:xfrm>
            <a:off x="8716100" y="5141300"/>
            <a:ext cx="1175900" cy="357450"/>
          </a:xfrm>
          <a:custGeom>
            <a:avLst/>
            <a:gdLst/>
            <a:ahLst/>
            <a:cxnLst/>
            <a:rect l="l" t="t" r="r" b="b"/>
            <a:pathLst>
              <a:path w="1175900" h="357450">
                <a:moveTo>
                  <a:pt x="0" y="0"/>
                </a:moveTo>
                <a:lnTo>
                  <a:pt x="1175900" y="0"/>
                </a:lnTo>
                <a:lnTo>
                  <a:pt x="1175900" y="357450"/>
                </a:lnTo>
                <a:lnTo>
                  <a:pt x="0" y="35745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txBody>
          <a:bodyPr/>
          <a:lstStyle/>
          <a:p>
            <a:endParaRPr lang="en-ID"/>
          </a:p>
        </p:txBody>
      </p:sp>
      <p:sp>
        <p:nvSpPr>
          <p:cNvPr id="18" name="Freeform 18"/>
          <p:cNvSpPr/>
          <p:nvPr/>
        </p:nvSpPr>
        <p:spPr>
          <a:xfrm>
            <a:off x="9553506" y="4749"/>
            <a:ext cx="8709411" cy="10282251"/>
          </a:xfrm>
          <a:custGeom>
            <a:avLst/>
            <a:gdLst/>
            <a:ahLst/>
            <a:cxnLst/>
            <a:rect l="l" t="t" r="r" b="b"/>
            <a:pathLst>
              <a:path w="8709411" h="10282251">
                <a:moveTo>
                  <a:pt x="0" y="0"/>
                </a:moveTo>
                <a:lnTo>
                  <a:pt x="8709411" y="0"/>
                </a:lnTo>
                <a:lnTo>
                  <a:pt x="8709411" y="10282251"/>
                </a:lnTo>
                <a:lnTo>
                  <a:pt x="0" y="10282251"/>
                </a:lnTo>
                <a:lnTo>
                  <a:pt x="0" y="0"/>
                </a:lnTo>
                <a:close/>
              </a:path>
            </a:pathLst>
          </a:custGeom>
          <a:blipFill>
            <a:blip r:embed="rId7"/>
            <a:stretch>
              <a:fillRect l="-11049" t="-3872" r="-4644" b="-8929"/>
            </a:stretch>
          </a:blipFill>
        </p:spPr>
        <p:txBody>
          <a:bodyPr/>
          <a:lstStyle/>
          <a:p>
            <a:endParaRPr lang="en-ID"/>
          </a:p>
        </p:txBody>
      </p:sp>
      <p:sp>
        <p:nvSpPr>
          <p:cNvPr id="19" name="TextBox 19"/>
          <p:cNvSpPr txBox="1"/>
          <p:nvPr/>
        </p:nvSpPr>
        <p:spPr>
          <a:xfrm>
            <a:off x="-612386" y="882375"/>
            <a:ext cx="5599386" cy="913840"/>
          </a:xfrm>
          <a:prstGeom prst="rect">
            <a:avLst/>
          </a:prstGeom>
        </p:spPr>
        <p:txBody>
          <a:bodyPr wrap="square" lIns="0" tIns="0" rIns="0" bIns="0" rtlCol="0" anchor="t">
            <a:spAutoFit/>
          </a:bodyPr>
          <a:lstStyle/>
          <a:p>
            <a:pPr marL="651119" lvl="1" algn="ctr">
              <a:lnSpc>
                <a:spcPts val="8444"/>
              </a:lnSpc>
            </a:pPr>
            <a:r>
              <a:rPr lang="vi-VN" sz="3200" b="1">
                <a:solidFill>
                  <a:srgbClr val="FFFFFF"/>
                </a:solidFill>
                <a:latin typeface="Noto Sans Bold"/>
                <a:ea typeface="Noto Sans Bold"/>
                <a:cs typeface="Noto Sans Bold"/>
                <a:sym typeface="Noto Sans Bold"/>
              </a:rPr>
              <a:t>I.</a:t>
            </a:r>
            <a:r>
              <a:rPr lang="en-US" sz="3200" b="1">
                <a:solidFill>
                  <a:srgbClr val="FFFFFF"/>
                </a:solidFill>
                <a:latin typeface="Noto Sans Bold"/>
                <a:ea typeface="Noto Sans Bold"/>
                <a:cs typeface="Noto Sans Bold"/>
                <a:sym typeface="Noto Sans Bold"/>
              </a:rPr>
              <a:t> </a:t>
            </a:r>
            <a:r>
              <a:rPr lang="en-US" sz="3200" b="1" dirty="0" err="1">
                <a:solidFill>
                  <a:srgbClr val="FFFFFF"/>
                </a:solidFill>
                <a:latin typeface="Noto Sans Bold"/>
                <a:ea typeface="Noto Sans Bold"/>
                <a:cs typeface="Noto Sans Bold"/>
                <a:sym typeface="Noto Sans Bold"/>
              </a:rPr>
              <a:t>Giới</a:t>
            </a:r>
            <a:r>
              <a:rPr lang="en-US" sz="3200" b="1" dirty="0">
                <a:solidFill>
                  <a:srgbClr val="FFFFFF"/>
                </a:solidFill>
                <a:latin typeface="Noto Sans Bold"/>
                <a:ea typeface="Noto Sans Bold"/>
                <a:cs typeface="Noto Sans Bold"/>
                <a:sym typeface="Noto Sans Bold"/>
              </a:rPr>
              <a:t> </a:t>
            </a:r>
            <a:r>
              <a:rPr lang="en-US" sz="3200" b="1" dirty="0" err="1">
                <a:solidFill>
                  <a:srgbClr val="FFFFFF"/>
                </a:solidFill>
                <a:latin typeface="Noto Sans Bold"/>
                <a:ea typeface="Noto Sans Bold"/>
                <a:cs typeface="Noto Sans Bold"/>
                <a:sym typeface="Noto Sans Bold"/>
              </a:rPr>
              <a:t>thiệu</a:t>
            </a:r>
            <a:endParaRPr lang="en-US" sz="3200" b="1" dirty="0">
              <a:solidFill>
                <a:srgbClr val="FFFFFF"/>
              </a:solidFill>
              <a:latin typeface="Noto Sans Bold"/>
              <a:ea typeface="Noto Sans Bold"/>
              <a:cs typeface="Noto Sans Bold"/>
              <a:sym typeface="Noto Sans Bold"/>
            </a:endParaRPr>
          </a:p>
        </p:txBody>
      </p:sp>
      <p:sp>
        <p:nvSpPr>
          <p:cNvPr id="21" name="TextBox 21"/>
          <p:cNvSpPr txBox="1"/>
          <p:nvPr/>
        </p:nvSpPr>
        <p:spPr>
          <a:xfrm>
            <a:off x="1820601" y="2324100"/>
            <a:ext cx="6332799" cy="6193490"/>
          </a:xfrm>
          <a:prstGeom prst="rect">
            <a:avLst/>
          </a:prstGeom>
        </p:spPr>
        <p:txBody>
          <a:bodyPr wrap="square" lIns="0" tIns="0" rIns="0" bIns="0" rtlCol="0" anchor="t">
            <a:spAutoFit/>
          </a:bodyPr>
          <a:lstStyle/>
          <a:p>
            <a:pPr algn="l">
              <a:lnSpc>
                <a:spcPct val="150000"/>
              </a:lnSpc>
            </a:pPr>
            <a:r>
              <a:rPr lang="en-US" sz="3399" dirty="0" err="1">
                <a:solidFill>
                  <a:srgbClr val="FFFFFF"/>
                </a:solidFill>
                <a:latin typeface="Noto Sans"/>
                <a:ea typeface="Noto Sans"/>
                <a:cs typeface="Noto Sans"/>
                <a:sym typeface="Noto Sans"/>
              </a:rPr>
              <a:t>Hệ</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thống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quản</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lý</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nhà</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xe</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thông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minh</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là</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giải</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pháp</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công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nghệ</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tự</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động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hóa</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quy</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trình</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quản</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lý</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và</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tối</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ưu</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hóa</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việc</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đỗ</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xe</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trong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các</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bãi</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xe</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công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cộng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Hệ</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thống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sẽ</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phân</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loại</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nhân</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viên</a:t>
            </a:r>
            <a:r>
              <a:rPr lang="en-US" sz="3399" dirty="0">
                <a:solidFill>
                  <a:srgbClr val="FFFFFF"/>
                </a:solidFill>
                <a:latin typeface="Noto Sans"/>
                <a:ea typeface="Noto Sans"/>
                <a:cs typeface="Noto Sans"/>
                <a:sym typeface="Noto Sans"/>
              </a:rPr>
              <a:t>, admin </a:t>
            </a:r>
            <a:r>
              <a:rPr lang="en-US" sz="3399" dirty="0" err="1">
                <a:solidFill>
                  <a:srgbClr val="FFFFFF"/>
                </a:solidFill>
                <a:latin typeface="Noto Sans"/>
                <a:ea typeface="Noto Sans"/>
                <a:cs typeface="Noto Sans"/>
                <a:sym typeface="Noto Sans"/>
              </a:rPr>
              <a:t>và</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có</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nhiều</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chức</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năng</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khác</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nhau</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dành</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cho</a:t>
            </a:r>
            <a:r>
              <a:rPr lang="en-US" sz="3399" dirty="0">
                <a:solidFill>
                  <a:srgbClr val="FFFFFF"/>
                </a:solidFill>
                <a:latin typeface="Noto Sans"/>
                <a:ea typeface="Noto Sans"/>
                <a:cs typeface="Noto Sans"/>
                <a:sym typeface="Noto Sans"/>
              </a:rPr>
              <a:t> </a:t>
            </a:r>
            <a:r>
              <a:rPr lang="en-US" sz="3399" dirty="0" err="1">
                <a:solidFill>
                  <a:srgbClr val="FFFFFF"/>
                </a:solidFill>
                <a:latin typeface="Noto Sans"/>
                <a:ea typeface="Noto Sans"/>
                <a:cs typeface="Noto Sans"/>
                <a:sym typeface="Noto Sans"/>
              </a:rPr>
              <a:t>họ</a:t>
            </a:r>
            <a:r>
              <a:rPr lang="en-US" sz="3399" dirty="0">
                <a:solidFill>
                  <a:srgbClr val="FFFFFF"/>
                </a:solidFill>
                <a:latin typeface="Noto Sans"/>
                <a:ea typeface="Noto Sans"/>
                <a:cs typeface="Noto Sans"/>
                <a:sym typeface="Noto Sans"/>
              </a:rPr>
              <a:t>.</a:t>
            </a:r>
          </a:p>
        </p:txBody>
      </p:sp>
      <p:sp>
        <p:nvSpPr>
          <p:cNvPr id="22" name="Freeform 18">
            <a:extLst>
              <a:ext uri="{FF2B5EF4-FFF2-40B4-BE49-F238E27FC236}">
                <a16:creationId xmlns:a16="http://schemas.microsoft.com/office/drawing/2014/main" id="{3C48A26E-7D3B-4984-A31F-10B226A84251}"/>
              </a:ext>
            </a:extLst>
          </p:cNvPr>
          <p:cNvSpPr/>
          <p:nvPr/>
        </p:nvSpPr>
        <p:spPr>
          <a:xfrm>
            <a:off x="9144001" y="4749"/>
            <a:ext cx="9144000" cy="10282251"/>
          </a:xfrm>
          <a:custGeom>
            <a:avLst/>
            <a:gdLst/>
            <a:ahLst/>
            <a:cxnLst/>
            <a:rect l="l" t="t" r="r" b="b"/>
            <a:pathLst>
              <a:path w="8709411" h="10282251">
                <a:moveTo>
                  <a:pt x="0" y="0"/>
                </a:moveTo>
                <a:lnTo>
                  <a:pt x="8709411" y="0"/>
                </a:lnTo>
                <a:lnTo>
                  <a:pt x="8709411" y="10282251"/>
                </a:lnTo>
                <a:lnTo>
                  <a:pt x="0" y="10282251"/>
                </a:lnTo>
                <a:lnTo>
                  <a:pt x="0" y="0"/>
                </a:lnTo>
                <a:close/>
              </a:path>
            </a:pathLst>
          </a:custGeom>
          <a:blipFill>
            <a:blip r:embed="rId7"/>
            <a:stretch>
              <a:fillRect l="-11049" t="-3872" r="-4644" b="-8929"/>
            </a:stretch>
          </a:blipFill>
        </p:spPr>
        <p:txBody>
          <a:bodyPr/>
          <a:lstStyle/>
          <a:p>
            <a:endParaRPr lang="en-ID"/>
          </a:p>
        </p:txBody>
      </p:sp>
      <p:sp>
        <p:nvSpPr>
          <p:cNvPr id="23" name="Freeform 5">
            <a:extLst>
              <a:ext uri="{FF2B5EF4-FFF2-40B4-BE49-F238E27FC236}">
                <a16:creationId xmlns:a16="http://schemas.microsoft.com/office/drawing/2014/main" id="{D63917CE-5AD8-2B80-3EEE-CA1E18780579}"/>
              </a:ext>
            </a:extLst>
          </p:cNvPr>
          <p:cNvSpPr/>
          <p:nvPr/>
        </p:nvSpPr>
        <p:spPr>
          <a:xfrm>
            <a:off x="7537350" y="-674993"/>
            <a:ext cx="383904" cy="2578108"/>
          </a:xfrm>
          <a:custGeom>
            <a:avLst/>
            <a:gdLst/>
            <a:ahLst/>
            <a:cxnLst/>
            <a:rect l="l" t="t" r="r" b="b"/>
            <a:pathLst>
              <a:path w="383904" h="2578108">
                <a:moveTo>
                  <a:pt x="0" y="0"/>
                </a:moveTo>
                <a:lnTo>
                  <a:pt x="383904" y="0"/>
                </a:lnTo>
                <a:lnTo>
                  <a:pt x="383904" y="2578108"/>
                </a:lnTo>
                <a:lnTo>
                  <a:pt x="0" y="2578108"/>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ID"/>
          </a:p>
        </p:txBody>
      </p:sp>
      <p:sp>
        <p:nvSpPr>
          <p:cNvPr id="24" name="Freeform 5">
            <a:extLst>
              <a:ext uri="{FF2B5EF4-FFF2-40B4-BE49-F238E27FC236}">
                <a16:creationId xmlns:a16="http://schemas.microsoft.com/office/drawing/2014/main" id="{43961728-9A71-A973-020E-19AD2F090DF8}"/>
              </a:ext>
            </a:extLst>
          </p:cNvPr>
          <p:cNvSpPr/>
          <p:nvPr/>
        </p:nvSpPr>
        <p:spPr>
          <a:xfrm>
            <a:off x="1352432" y="6929692"/>
            <a:ext cx="383904" cy="2578108"/>
          </a:xfrm>
          <a:custGeom>
            <a:avLst/>
            <a:gdLst/>
            <a:ahLst/>
            <a:cxnLst/>
            <a:rect l="l" t="t" r="r" b="b"/>
            <a:pathLst>
              <a:path w="383904" h="2578108">
                <a:moveTo>
                  <a:pt x="0" y="0"/>
                </a:moveTo>
                <a:lnTo>
                  <a:pt x="383904" y="0"/>
                </a:lnTo>
                <a:lnTo>
                  <a:pt x="383904" y="2578108"/>
                </a:lnTo>
                <a:lnTo>
                  <a:pt x="0" y="2578108"/>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endParaRPr lang="en-ID"/>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p:cNvGrpSpPr/>
        <p:nvPr/>
      </p:nvGrpSpPr>
      <p:grpSpPr>
        <a:xfrm>
          <a:off x="0" y="0"/>
          <a:ext cx="0" cy="0"/>
          <a:chOff x="0" y="0"/>
          <a:chExt cx="0" cy="0"/>
        </a:xfrm>
      </p:grpSpPr>
      <p:sp>
        <p:nvSpPr>
          <p:cNvPr id="16" name="TextBox 16"/>
          <p:cNvSpPr txBox="1"/>
          <p:nvPr/>
        </p:nvSpPr>
        <p:spPr>
          <a:xfrm>
            <a:off x="300827" y="692302"/>
            <a:ext cx="8367124" cy="913840"/>
          </a:xfrm>
          <a:prstGeom prst="rect">
            <a:avLst/>
          </a:prstGeom>
        </p:spPr>
        <p:txBody>
          <a:bodyPr wrap="square" lIns="0" tIns="0" rIns="0" bIns="0" rtlCol="0" anchor="t">
            <a:spAutoFit/>
          </a:bodyPr>
          <a:lstStyle/>
          <a:p>
            <a:pPr algn="ctr">
              <a:lnSpc>
                <a:spcPts val="8436"/>
              </a:lnSpc>
            </a:pPr>
            <a:r>
              <a:rPr lang="vi-VN" sz="3200" b="1" dirty="0">
                <a:solidFill>
                  <a:srgbClr val="FFFFFF"/>
                </a:solidFill>
                <a:latin typeface="Noto Sans Bold"/>
                <a:ea typeface="Noto Sans Bold"/>
                <a:cs typeface="Noto Sans Bold"/>
                <a:sym typeface="Noto Sans Bold"/>
              </a:rPr>
              <a:t>II</a:t>
            </a:r>
            <a:r>
              <a:rPr lang="en-US" sz="3200" b="1">
                <a:solidFill>
                  <a:srgbClr val="FFFFFF"/>
                </a:solidFill>
                <a:latin typeface="Noto Sans Bold"/>
                <a:ea typeface="Noto Sans Bold"/>
                <a:cs typeface="Noto Sans Bold"/>
                <a:sym typeface="Noto Sans Bold"/>
              </a:rPr>
              <a:t>. </a:t>
            </a:r>
            <a:r>
              <a:rPr lang="en-US" sz="3200" b="1" err="1">
                <a:solidFill>
                  <a:srgbClr val="FFFFFF"/>
                </a:solidFill>
                <a:latin typeface="Noto Sans Bold"/>
                <a:ea typeface="Noto Sans Bold"/>
                <a:cs typeface="Noto Sans Bold"/>
                <a:sym typeface="Noto Sans Bold"/>
              </a:rPr>
              <a:t>Mục</a:t>
            </a:r>
            <a:r>
              <a:rPr lang="en-US" sz="3200" b="1">
                <a:solidFill>
                  <a:srgbClr val="FFFFFF"/>
                </a:solidFill>
                <a:latin typeface="Noto Sans Bold"/>
                <a:ea typeface="Noto Sans Bold"/>
                <a:cs typeface="Noto Sans Bold"/>
                <a:sym typeface="Noto Sans Bold"/>
              </a:rPr>
              <a:t> tiêu</a:t>
            </a:r>
            <a:r>
              <a:rPr lang="vi-VN" sz="3200" b="1">
                <a:solidFill>
                  <a:srgbClr val="FFFFFF"/>
                </a:solidFill>
                <a:latin typeface="Noto Sans Bold"/>
                <a:ea typeface="Noto Sans Bold"/>
                <a:cs typeface="Noto Sans Bold"/>
                <a:sym typeface="Noto Sans Bold"/>
              </a:rPr>
              <a:t> , và kết quả đạt được</a:t>
            </a:r>
            <a:r>
              <a:rPr lang="en-US" sz="3200" b="1">
                <a:solidFill>
                  <a:srgbClr val="FFFFFF"/>
                </a:solidFill>
                <a:latin typeface="Noto Sans Bold"/>
                <a:ea typeface="Noto Sans Bold"/>
                <a:cs typeface="Noto Sans Bold"/>
                <a:sym typeface="Noto Sans Bold"/>
              </a:rPr>
              <a:t> </a:t>
            </a:r>
            <a:endParaRPr lang="en-US" sz="3200" b="1" dirty="0">
              <a:solidFill>
                <a:srgbClr val="FFFFFF"/>
              </a:solidFill>
              <a:latin typeface="Noto Sans Bold"/>
              <a:ea typeface="Noto Sans Bold"/>
              <a:cs typeface="Noto Sans Bold"/>
              <a:sym typeface="Noto Sans Bold"/>
            </a:endParaRPr>
          </a:p>
        </p:txBody>
      </p:sp>
      <p:sp>
        <p:nvSpPr>
          <p:cNvPr id="17" name="TextBox 17"/>
          <p:cNvSpPr txBox="1"/>
          <p:nvPr/>
        </p:nvSpPr>
        <p:spPr>
          <a:xfrm>
            <a:off x="9139238" y="4819967"/>
            <a:ext cx="9525" cy="580390"/>
          </a:xfrm>
          <a:prstGeom prst="rect">
            <a:avLst/>
          </a:prstGeom>
        </p:spPr>
        <p:txBody>
          <a:bodyPr lIns="0" tIns="0" rIns="0" bIns="0" rtlCol="0" anchor="t">
            <a:spAutoFit/>
          </a:bodyPr>
          <a:lstStyle/>
          <a:p>
            <a:pPr algn="ctr">
              <a:lnSpc>
                <a:spcPts val="4759"/>
              </a:lnSpc>
            </a:pPr>
            <a:endParaRPr/>
          </a:p>
        </p:txBody>
      </p:sp>
      <p:sp>
        <p:nvSpPr>
          <p:cNvPr id="18" name="TextBox 18"/>
          <p:cNvSpPr txBox="1"/>
          <p:nvPr/>
        </p:nvSpPr>
        <p:spPr>
          <a:xfrm>
            <a:off x="1447800" y="2990467"/>
            <a:ext cx="6437984" cy="5133008"/>
          </a:xfrm>
          <a:prstGeom prst="rect">
            <a:avLst/>
          </a:prstGeom>
        </p:spPr>
        <p:txBody>
          <a:bodyPr wrap="square" lIns="0" tIns="0" rIns="0" bIns="0" rtlCol="0" anchor="t">
            <a:spAutoFit/>
          </a:bodyPr>
          <a:lstStyle/>
          <a:p>
            <a:pPr marL="734059" lvl="1" indent="-367030" algn="just">
              <a:lnSpc>
                <a:spcPct val="150000"/>
              </a:lnSpc>
              <a:buFont typeface="Arial"/>
              <a:buChar char="•"/>
            </a:pPr>
            <a:r>
              <a:rPr lang="en-US" sz="3200" dirty="0" err="1">
                <a:solidFill>
                  <a:srgbClr val="FFFFFF"/>
                </a:solidFill>
                <a:latin typeface="Noto Sans"/>
                <a:ea typeface="Noto Sans"/>
                <a:cs typeface="Noto Sans"/>
                <a:sym typeface="Noto Sans"/>
              </a:rPr>
              <a:t>Tối</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ưu</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hoá</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không</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gian</a:t>
            </a:r>
            <a:endParaRPr lang="en-US" sz="3200" dirty="0">
              <a:solidFill>
                <a:srgbClr val="FFFFFF"/>
              </a:solidFill>
              <a:latin typeface="Noto Sans"/>
              <a:ea typeface="Noto Sans"/>
              <a:cs typeface="Noto Sans"/>
              <a:sym typeface="Noto Sans"/>
            </a:endParaRPr>
          </a:p>
          <a:p>
            <a:pPr marL="734059" lvl="1" indent="-367030" algn="just">
              <a:lnSpc>
                <a:spcPct val="150000"/>
              </a:lnSpc>
              <a:buFont typeface="Arial"/>
              <a:buChar char="•"/>
            </a:pPr>
            <a:r>
              <a:rPr lang="en-US" sz="3200" dirty="0" err="1">
                <a:solidFill>
                  <a:srgbClr val="FFFFFF"/>
                </a:solidFill>
                <a:latin typeface="Noto Sans"/>
                <a:ea typeface="Noto Sans"/>
                <a:cs typeface="Noto Sans"/>
                <a:sym typeface="Noto Sans"/>
              </a:rPr>
              <a:t>Tăng</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doanh</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thu</a:t>
            </a:r>
            <a:endParaRPr lang="en-US" sz="3200" dirty="0">
              <a:solidFill>
                <a:srgbClr val="FFFFFF"/>
              </a:solidFill>
              <a:latin typeface="Noto Sans"/>
              <a:ea typeface="Noto Sans"/>
              <a:cs typeface="Noto Sans"/>
              <a:sym typeface="Noto Sans"/>
            </a:endParaRPr>
          </a:p>
          <a:p>
            <a:pPr marL="734059" lvl="1" indent="-367030" algn="just">
              <a:lnSpc>
                <a:spcPct val="150000"/>
              </a:lnSpc>
              <a:buFont typeface="Arial"/>
              <a:buChar char="•"/>
            </a:pPr>
            <a:r>
              <a:rPr lang="en-US" sz="3200" dirty="0" err="1">
                <a:solidFill>
                  <a:srgbClr val="FFFFFF"/>
                </a:solidFill>
                <a:latin typeface="Noto Sans"/>
                <a:ea typeface="Noto Sans"/>
                <a:cs typeface="Noto Sans"/>
                <a:sym typeface="Noto Sans"/>
              </a:rPr>
              <a:t>Giảm</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thất</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thoát</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phương</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tiện</a:t>
            </a:r>
            <a:endParaRPr lang="en-US" sz="3200" dirty="0">
              <a:solidFill>
                <a:srgbClr val="FFFFFF"/>
              </a:solidFill>
              <a:latin typeface="Noto Sans"/>
              <a:ea typeface="Noto Sans"/>
              <a:cs typeface="Noto Sans"/>
              <a:sym typeface="Noto Sans"/>
            </a:endParaRPr>
          </a:p>
          <a:p>
            <a:pPr marL="734059" lvl="1" indent="-367030" algn="just">
              <a:lnSpc>
                <a:spcPct val="150000"/>
              </a:lnSpc>
              <a:buFont typeface="Arial"/>
              <a:buChar char="•"/>
            </a:pPr>
            <a:r>
              <a:rPr lang="en-US" sz="3200" dirty="0">
                <a:solidFill>
                  <a:srgbClr val="FFFFFF"/>
                </a:solidFill>
                <a:latin typeface="Noto Sans"/>
                <a:ea typeface="Noto Sans"/>
                <a:cs typeface="Noto Sans"/>
                <a:sym typeface="Noto Sans"/>
              </a:rPr>
              <a:t>Quản </a:t>
            </a:r>
            <a:r>
              <a:rPr lang="en-US" sz="3200" dirty="0" err="1">
                <a:solidFill>
                  <a:srgbClr val="FFFFFF"/>
                </a:solidFill>
                <a:latin typeface="Noto Sans"/>
                <a:ea typeface="Noto Sans"/>
                <a:cs typeface="Noto Sans"/>
                <a:sym typeface="Noto Sans"/>
              </a:rPr>
              <a:t>lý</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dễ</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dàng</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và</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hiệu</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quả</a:t>
            </a:r>
            <a:endParaRPr lang="en-US" sz="3200" dirty="0">
              <a:solidFill>
                <a:srgbClr val="FFFFFF"/>
              </a:solidFill>
              <a:latin typeface="Noto Sans"/>
              <a:ea typeface="Noto Sans"/>
              <a:cs typeface="Noto Sans"/>
              <a:sym typeface="Noto Sans"/>
            </a:endParaRPr>
          </a:p>
          <a:p>
            <a:pPr marL="734059" lvl="1" indent="-367030" algn="just">
              <a:lnSpc>
                <a:spcPct val="150000"/>
              </a:lnSpc>
              <a:buFont typeface="Arial"/>
              <a:buChar char="•"/>
            </a:pPr>
            <a:r>
              <a:rPr lang="en-US" sz="3200" dirty="0" err="1">
                <a:solidFill>
                  <a:srgbClr val="FFFFFF"/>
                </a:solidFill>
                <a:latin typeface="Noto Sans"/>
                <a:ea typeface="Noto Sans"/>
                <a:cs typeface="Noto Sans"/>
                <a:sym typeface="Noto Sans"/>
              </a:rPr>
              <a:t>Tiết</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kiệm</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thời</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gian</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cho</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người</a:t>
            </a:r>
            <a:r>
              <a:rPr lang="en-US" sz="3200" dirty="0">
                <a:solidFill>
                  <a:srgbClr val="FFFFFF"/>
                </a:solidFill>
                <a:latin typeface="Noto Sans"/>
                <a:ea typeface="Noto Sans"/>
                <a:cs typeface="Noto Sans"/>
                <a:sym typeface="Noto Sans"/>
              </a:rPr>
              <a:t> </a:t>
            </a:r>
            <a:r>
              <a:rPr lang="en-US" sz="3200" dirty="0" err="1">
                <a:solidFill>
                  <a:srgbClr val="FFFFFF"/>
                </a:solidFill>
                <a:latin typeface="Noto Sans"/>
                <a:ea typeface="Noto Sans"/>
                <a:cs typeface="Noto Sans"/>
                <a:sym typeface="Noto Sans"/>
              </a:rPr>
              <a:t>dùng</a:t>
            </a:r>
            <a:endParaRPr lang="en-US" sz="3200" dirty="0">
              <a:solidFill>
                <a:srgbClr val="FFFFFF"/>
              </a:solidFill>
              <a:latin typeface="Noto Sans"/>
              <a:ea typeface="Noto Sans"/>
              <a:cs typeface="Noto Sans"/>
              <a:sym typeface="Noto Sans"/>
            </a:endParaRPr>
          </a:p>
          <a:p>
            <a:pPr algn="just">
              <a:lnSpc>
                <a:spcPct val="150000"/>
              </a:lnSpc>
            </a:pPr>
            <a:endParaRPr lang="en-US" sz="3399" dirty="0">
              <a:solidFill>
                <a:srgbClr val="FFFFFF"/>
              </a:solidFill>
              <a:latin typeface="Noto Sans"/>
              <a:ea typeface="Noto Sans"/>
              <a:cs typeface="Noto Sans"/>
              <a:sym typeface="Noto Sans"/>
            </a:endParaRPr>
          </a:p>
        </p:txBody>
      </p:sp>
      <p:pic>
        <p:nvPicPr>
          <p:cNvPr id="27" name="Picture 12" descr="tạo ảnh bãi giữ xe dựa trên các tiêu chí nàyTối ưu hoá không gianTăng doanh thuGiảm thất thoát phương tiệnQuản lý dễ dàng và hiệu quảTiết kiệm thời gian cho người dùng">
            <a:extLst>
              <a:ext uri="{FF2B5EF4-FFF2-40B4-BE49-F238E27FC236}">
                <a16:creationId xmlns:a16="http://schemas.microsoft.com/office/drawing/2014/main" id="{DF538991-526D-B7D5-6BDA-E8213B8060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326" r="-1" b="-1"/>
          <a:stretch>
            <a:fillRect/>
          </a:stretch>
        </p:blipFill>
        <p:spPr bwMode="auto">
          <a:xfrm>
            <a:off x="9525000" y="1"/>
            <a:ext cx="8753475" cy="10286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a:noFill/>
          <a:extLst>
            <a:ext uri="{909E8E84-426E-40DD-AFC4-6F175D3DCCD1}">
              <a14:hiddenFill xmlns:a14="http://schemas.microsoft.com/office/drawing/2010/main">
                <a:solidFill>
                  <a:srgbClr val="FFFFFF"/>
                </a:solidFill>
              </a14:hiddenFill>
            </a:ext>
          </a:extLst>
        </p:spPr>
      </p:pic>
      <p:grpSp>
        <p:nvGrpSpPr>
          <p:cNvPr id="28" name="Group 8">
            <a:extLst>
              <a:ext uri="{FF2B5EF4-FFF2-40B4-BE49-F238E27FC236}">
                <a16:creationId xmlns:a16="http://schemas.microsoft.com/office/drawing/2014/main" id="{495FB98B-D542-E5B7-FF7B-6D2EF68BA7F4}"/>
              </a:ext>
            </a:extLst>
          </p:cNvPr>
          <p:cNvGrpSpPr/>
          <p:nvPr/>
        </p:nvGrpSpPr>
        <p:grpSpPr>
          <a:xfrm>
            <a:off x="304420" y="9507822"/>
            <a:ext cx="190986" cy="190924"/>
            <a:chOff x="0" y="0"/>
            <a:chExt cx="254648" cy="254565"/>
          </a:xfrm>
        </p:grpSpPr>
        <p:sp>
          <p:nvSpPr>
            <p:cNvPr id="29" name="Freeform 9">
              <a:extLst>
                <a:ext uri="{FF2B5EF4-FFF2-40B4-BE49-F238E27FC236}">
                  <a16:creationId xmlns:a16="http://schemas.microsoft.com/office/drawing/2014/main" id="{F3193194-9F65-7399-36FB-69D71B1AFC2D}"/>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31" name="Group 14">
            <a:extLst>
              <a:ext uri="{FF2B5EF4-FFF2-40B4-BE49-F238E27FC236}">
                <a16:creationId xmlns:a16="http://schemas.microsoft.com/office/drawing/2014/main" id="{7A67FED9-CCFB-AF2F-0044-95D717375B89}"/>
              </a:ext>
            </a:extLst>
          </p:cNvPr>
          <p:cNvGrpSpPr/>
          <p:nvPr/>
        </p:nvGrpSpPr>
        <p:grpSpPr>
          <a:xfrm>
            <a:off x="925800" y="9507800"/>
            <a:ext cx="311850" cy="312750"/>
            <a:chOff x="0" y="0"/>
            <a:chExt cx="415800" cy="417000"/>
          </a:xfrm>
        </p:grpSpPr>
        <p:sp>
          <p:nvSpPr>
            <p:cNvPr id="33" name="Freeform 15">
              <a:extLst>
                <a:ext uri="{FF2B5EF4-FFF2-40B4-BE49-F238E27FC236}">
                  <a16:creationId xmlns:a16="http://schemas.microsoft.com/office/drawing/2014/main" id="{BEAC9D58-52CF-A14F-63F0-6B5C72CDE429}"/>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34" name="Group 12">
            <a:extLst>
              <a:ext uri="{FF2B5EF4-FFF2-40B4-BE49-F238E27FC236}">
                <a16:creationId xmlns:a16="http://schemas.microsoft.com/office/drawing/2014/main" id="{3A52B7D7-1990-8954-6319-46E3F6EF288F}"/>
              </a:ext>
            </a:extLst>
          </p:cNvPr>
          <p:cNvGrpSpPr/>
          <p:nvPr/>
        </p:nvGrpSpPr>
        <p:grpSpPr>
          <a:xfrm>
            <a:off x="404850" y="8803450"/>
            <a:ext cx="334300" cy="334300"/>
            <a:chOff x="0" y="0"/>
            <a:chExt cx="445733" cy="445733"/>
          </a:xfrm>
        </p:grpSpPr>
        <p:sp>
          <p:nvSpPr>
            <p:cNvPr id="35" name="Freeform 13">
              <a:extLst>
                <a:ext uri="{FF2B5EF4-FFF2-40B4-BE49-F238E27FC236}">
                  <a16:creationId xmlns:a16="http://schemas.microsoft.com/office/drawing/2014/main" id="{F0767E32-DCD1-4CB1-27CC-C03D203CB56A}"/>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sp>
        <p:nvSpPr>
          <p:cNvPr id="2" name="Rectangle 1">
            <a:extLst>
              <a:ext uri="{FF2B5EF4-FFF2-40B4-BE49-F238E27FC236}">
                <a16:creationId xmlns:a16="http://schemas.microsoft.com/office/drawing/2014/main" id="{42D21B01-D2FE-D89E-9202-231E022CB6AB}"/>
              </a:ext>
            </a:extLst>
          </p:cNvPr>
          <p:cNvSpPr/>
          <p:nvPr/>
        </p:nvSpPr>
        <p:spPr>
          <a:xfrm>
            <a:off x="1447800" y="2033964"/>
            <a:ext cx="2667000" cy="838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a:latin typeface="Noto Sans" panose="020B0502040504020204" pitchFamily="34" charset="0"/>
                <a:ea typeface="Noto Sans" panose="020B0502040504020204" pitchFamily="34" charset="0"/>
                <a:cs typeface="Noto Sans" panose="020B0502040504020204" pitchFamily="34" charset="0"/>
              </a:rPr>
              <a:t>1. Mục tiêu</a:t>
            </a:r>
            <a:endParaRPr lang="en-US" sz="3200">
              <a:latin typeface="Noto Sans" panose="020B0502040504020204" pitchFamily="34" charset="0"/>
              <a:ea typeface="Noto Sans" panose="020B0502040504020204" pitchFamily="34" charset="0"/>
              <a:cs typeface="Noto Sans" panose="020B0502040504020204" pitchFamily="34" charset="0"/>
            </a:endParaRP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013C24CC-496D-9B81-D7C9-356D52D97AB8}"/>
            </a:ext>
          </a:extLst>
        </p:cNvPr>
        <p:cNvGrpSpPr/>
        <p:nvPr/>
      </p:nvGrpSpPr>
      <p:grpSpPr>
        <a:xfrm>
          <a:off x="0" y="0"/>
          <a:ext cx="0" cy="0"/>
          <a:chOff x="0" y="0"/>
          <a:chExt cx="0" cy="0"/>
        </a:xfrm>
      </p:grpSpPr>
      <p:sp>
        <p:nvSpPr>
          <p:cNvPr id="16" name="TextBox 16">
            <a:extLst>
              <a:ext uri="{FF2B5EF4-FFF2-40B4-BE49-F238E27FC236}">
                <a16:creationId xmlns:a16="http://schemas.microsoft.com/office/drawing/2014/main" id="{86B49919-502E-C6FA-4ADB-CB2DFE293FAB}"/>
              </a:ext>
            </a:extLst>
          </p:cNvPr>
          <p:cNvSpPr txBox="1"/>
          <p:nvPr/>
        </p:nvSpPr>
        <p:spPr>
          <a:xfrm>
            <a:off x="300827" y="692302"/>
            <a:ext cx="8367124" cy="913840"/>
          </a:xfrm>
          <a:prstGeom prst="rect">
            <a:avLst/>
          </a:prstGeom>
        </p:spPr>
        <p:txBody>
          <a:bodyPr wrap="square" lIns="0" tIns="0" rIns="0" bIns="0" rtlCol="0" anchor="t">
            <a:spAutoFit/>
          </a:bodyPr>
          <a:lstStyle/>
          <a:p>
            <a:pPr algn="ctr">
              <a:lnSpc>
                <a:spcPts val="8436"/>
              </a:lnSpc>
            </a:pPr>
            <a:r>
              <a:rPr lang="vi-VN" sz="3200" b="1" dirty="0">
                <a:solidFill>
                  <a:srgbClr val="FFFFFF"/>
                </a:solidFill>
                <a:latin typeface="Noto Sans Bold"/>
                <a:ea typeface="Noto Sans Bold"/>
                <a:cs typeface="Noto Sans Bold"/>
                <a:sym typeface="Noto Sans Bold"/>
              </a:rPr>
              <a:t>II</a:t>
            </a:r>
            <a:r>
              <a:rPr lang="en-US" sz="3200" b="1">
                <a:solidFill>
                  <a:srgbClr val="FFFFFF"/>
                </a:solidFill>
                <a:latin typeface="Noto Sans Bold"/>
                <a:ea typeface="Noto Sans Bold"/>
                <a:cs typeface="Noto Sans Bold"/>
                <a:sym typeface="Noto Sans Bold"/>
              </a:rPr>
              <a:t>. </a:t>
            </a:r>
            <a:r>
              <a:rPr lang="en-US" sz="3200" b="1" err="1">
                <a:solidFill>
                  <a:srgbClr val="FFFFFF"/>
                </a:solidFill>
                <a:latin typeface="Noto Sans Bold"/>
                <a:ea typeface="Noto Sans Bold"/>
                <a:cs typeface="Noto Sans Bold"/>
                <a:sym typeface="Noto Sans Bold"/>
              </a:rPr>
              <a:t>Mục</a:t>
            </a:r>
            <a:r>
              <a:rPr lang="en-US" sz="3200" b="1">
                <a:solidFill>
                  <a:srgbClr val="FFFFFF"/>
                </a:solidFill>
                <a:latin typeface="Noto Sans Bold"/>
                <a:ea typeface="Noto Sans Bold"/>
                <a:cs typeface="Noto Sans Bold"/>
                <a:sym typeface="Noto Sans Bold"/>
              </a:rPr>
              <a:t> tiêu</a:t>
            </a:r>
            <a:r>
              <a:rPr lang="vi-VN" sz="3200" b="1">
                <a:solidFill>
                  <a:srgbClr val="FFFFFF"/>
                </a:solidFill>
                <a:latin typeface="Noto Sans Bold"/>
                <a:ea typeface="Noto Sans Bold"/>
                <a:cs typeface="Noto Sans Bold"/>
                <a:sym typeface="Noto Sans Bold"/>
              </a:rPr>
              <a:t> , và kết quả đạt được</a:t>
            </a:r>
            <a:r>
              <a:rPr lang="en-US" sz="3200" b="1">
                <a:solidFill>
                  <a:srgbClr val="FFFFFF"/>
                </a:solidFill>
                <a:latin typeface="Noto Sans Bold"/>
                <a:ea typeface="Noto Sans Bold"/>
                <a:cs typeface="Noto Sans Bold"/>
                <a:sym typeface="Noto Sans Bold"/>
              </a:rPr>
              <a:t> </a:t>
            </a:r>
            <a:endParaRPr lang="en-US" sz="3200" b="1" dirty="0">
              <a:solidFill>
                <a:srgbClr val="FFFFFF"/>
              </a:solidFill>
              <a:latin typeface="Noto Sans Bold"/>
              <a:ea typeface="Noto Sans Bold"/>
              <a:cs typeface="Noto Sans Bold"/>
              <a:sym typeface="Noto Sans Bold"/>
            </a:endParaRPr>
          </a:p>
        </p:txBody>
      </p:sp>
      <p:sp>
        <p:nvSpPr>
          <p:cNvPr id="17" name="TextBox 17">
            <a:extLst>
              <a:ext uri="{FF2B5EF4-FFF2-40B4-BE49-F238E27FC236}">
                <a16:creationId xmlns:a16="http://schemas.microsoft.com/office/drawing/2014/main" id="{BE2FC013-7C76-33D0-20C4-7D5EAC463CD6}"/>
              </a:ext>
            </a:extLst>
          </p:cNvPr>
          <p:cNvSpPr txBox="1"/>
          <p:nvPr/>
        </p:nvSpPr>
        <p:spPr>
          <a:xfrm>
            <a:off x="9139238" y="4819967"/>
            <a:ext cx="9525" cy="580390"/>
          </a:xfrm>
          <a:prstGeom prst="rect">
            <a:avLst/>
          </a:prstGeom>
        </p:spPr>
        <p:txBody>
          <a:bodyPr lIns="0" tIns="0" rIns="0" bIns="0" rtlCol="0" anchor="t">
            <a:spAutoFit/>
          </a:bodyPr>
          <a:lstStyle/>
          <a:p>
            <a:pPr algn="ctr">
              <a:lnSpc>
                <a:spcPts val="4759"/>
              </a:lnSpc>
            </a:pPr>
            <a:endParaRPr/>
          </a:p>
        </p:txBody>
      </p:sp>
      <p:pic>
        <p:nvPicPr>
          <p:cNvPr id="27" name="Picture 12" descr="tạo ảnh bãi giữ xe dựa trên các tiêu chí nàyTối ưu hoá không gianTăng doanh thuGiảm thất thoát phương tiệnQuản lý dễ dàng và hiệu quảTiết kiệm thời gian cho người dùng">
            <a:extLst>
              <a:ext uri="{FF2B5EF4-FFF2-40B4-BE49-F238E27FC236}">
                <a16:creationId xmlns:a16="http://schemas.microsoft.com/office/drawing/2014/main" id="{5F4726E4-E973-4314-FF81-8AF0A9DBE1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326" r="-1" b="-1"/>
          <a:stretch>
            <a:fillRect/>
          </a:stretch>
        </p:blipFill>
        <p:spPr bwMode="auto">
          <a:xfrm>
            <a:off x="10789538" y="1"/>
            <a:ext cx="7498462" cy="10286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a:noFill/>
          <a:extLst>
            <a:ext uri="{909E8E84-426E-40DD-AFC4-6F175D3DCCD1}">
              <a14:hiddenFill xmlns:a14="http://schemas.microsoft.com/office/drawing/2010/main">
                <a:solidFill>
                  <a:srgbClr val="FFFFFF"/>
                </a:solidFill>
              </a14:hiddenFill>
            </a:ext>
          </a:extLst>
        </p:spPr>
      </p:pic>
      <p:grpSp>
        <p:nvGrpSpPr>
          <p:cNvPr id="28" name="Group 8">
            <a:extLst>
              <a:ext uri="{FF2B5EF4-FFF2-40B4-BE49-F238E27FC236}">
                <a16:creationId xmlns:a16="http://schemas.microsoft.com/office/drawing/2014/main" id="{C0BCDBBE-FF42-E372-418C-8617EE311A51}"/>
              </a:ext>
            </a:extLst>
          </p:cNvPr>
          <p:cNvGrpSpPr/>
          <p:nvPr/>
        </p:nvGrpSpPr>
        <p:grpSpPr>
          <a:xfrm>
            <a:off x="304420" y="9507822"/>
            <a:ext cx="190986" cy="190924"/>
            <a:chOff x="0" y="0"/>
            <a:chExt cx="254648" cy="254565"/>
          </a:xfrm>
        </p:grpSpPr>
        <p:sp>
          <p:nvSpPr>
            <p:cNvPr id="29" name="Freeform 9">
              <a:extLst>
                <a:ext uri="{FF2B5EF4-FFF2-40B4-BE49-F238E27FC236}">
                  <a16:creationId xmlns:a16="http://schemas.microsoft.com/office/drawing/2014/main" id="{9D326C3C-2AA2-C92E-D098-4B14573EBB90}"/>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31" name="Group 14">
            <a:extLst>
              <a:ext uri="{FF2B5EF4-FFF2-40B4-BE49-F238E27FC236}">
                <a16:creationId xmlns:a16="http://schemas.microsoft.com/office/drawing/2014/main" id="{AA4A737A-8F1F-AA69-B8A8-1DB7BCC14752}"/>
              </a:ext>
            </a:extLst>
          </p:cNvPr>
          <p:cNvGrpSpPr/>
          <p:nvPr/>
        </p:nvGrpSpPr>
        <p:grpSpPr>
          <a:xfrm>
            <a:off x="925800" y="9507800"/>
            <a:ext cx="311850" cy="312750"/>
            <a:chOff x="0" y="0"/>
            <a:chExt cx="415800" cy="417000"/>
          </a:xfrm>
        </p:grpSpPr>
        <p:sp>
          <p:nvSpPr>
            <p:cNvPr id="33" name="Freeform 15">
              <a:extLst>
                <a:ext uri="{FF2B5EF4-FFF2-40B4-BE49-F238E27FC236}">
                  <a16:creationId xmlns:a16="http://schemas.microsoft.com/office/drawing/2014/main" id="{F3D4C189-3DF6-A86A-6507-BB89A7C6D3F7}"/>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34" name="Group 12">
            <a:extLst>
              <a:ext uri="{FF2B5EF4-FFF2-40B4-BE49-F238E27FC236}">
                <a16:creationId xmlns:a16="http://schemas.microsoft.com/office/drawing/2014/main" id="{B231D436-7C81-F23E-6080-E66650AABD5B}"/>
              </a:ext>
            </a:extLst>
          </p:cNvPr>
          <p:cNvGrpSpPr/>
          <p:nvPr/>
        </p:nvGrpSpPr>
        <p:grpSpPr>
          <a:xfrm>
            <a:off x="404850" y="8803450"/>
            <a:ext cx="334300" cy="334300"/>
            <a:chOff x="0" y="0"/>
            <a:chExt cx="445733" cy="445733"/>
          </a:xfrm>
        </p:grpSpPr>
        <p:sp>
          <p:nvSpPr>
            <p:cNvPr id="35" name="Freeform 13">
              <a:extLst>
                <a:ext uri="{FF2B5EF4-FFF2-40B4-BE49-F238E27FC236}">
                  <a16:creationId xmlns:a16="http://schemas.microsoft.com/office/drawing/2014/main" id="{414B3390-36D0-1E93-2139-B55460273EF6}"/>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sp>
        <p:nvSpPr>
          <p:cNvPr id="2" name="Rectangle 1">
            <a:extLst>
              <a:ext uri="{FF2B5EF4-FFF2-40B4-BE49-F238E27FC236}">
                <a16:creationId xmlns:a16="http://schemas.microsoft.com/office/drawing/2014/main" id="{81F6CFE4-7D51-7365-B5A7-4A9B0A3D93F9}"/>
              </a:ext>
            </a:extLst>
          </p:cNvPr>
          <p:cNvSpPr/>
          <p:nvPr/>
        </p:nvSpPr>
        <p:spPr>
          <a:xfrm>
            <a:off x="1237553" y="1943100"/>
            <a:ext cx="5029200" cy="8382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a:latin typeface="Noto Sans" panose="020B0502040504020204" pitchFamily="34" charset="0"/>
                <a:ea typeface="Noto Sans" panose="020B0502040504020204" pitchFamily="34" charset="0"/>
                <a:cs typeface="Noto Sans" panose="020B0502040504020204" pitchFamily="34" charset="0"/>
              </a:rPr>
              <a:t>2. Kết quả đạt được</a:t>
            </a:r>
            <a:endParaRPr lang="en-US" sz="3200">
              <a:latin typeface="Noto Sans" panose="020B0502040504020204" pitchFamily="34" charset="0"/>
              <a:ea typeface="Noto Sans" panose="020B0502040504020204" pitchFamily="34" charset="0"/>
              <a:cs typeface="Noto Sans" panose="020B0502040504020204" pitchFamily="34" charset="0"/>
            </a:endParaRPr>
          </a:p>
        </p:txBody>
      </p:sp>
      <p:sp>
        <p:nvSpPr>
          <p:cNvPr id="5" name="Rectangle 4">
            <a:extLst>
              <a:ext uri="{FF2B5EF4-FFF2-40B4-BE49-F238E27FC236}">
                <a16:creationId xmlns:a16="http://schemas.microsoft.com/office/drawing/2014/main" id="{BE8DDF89-AE53-008E-CAA5-2BC643352925}"/>
              </a:ext>
            </a:extLst>
          </p:cNvPr>
          <p:cNvSpPr/>
          <p:nvPr/>
        </p:nvSpPr>
        <p:spPr>
          <a:xfrm>
            <a:off x="1758219" y="3545650"/>
            <a:ext cx="8681181" cy="52578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nSpc>
                <a:spcPct val="150000"/>
              </a:lnSpc>
              <a:buFont typeface="Arial" panose="020B0604020202020204" pitchFamily="34" charset="0"/>
              <a:buChar char="•"/>
            </a:pPr>
            <a:r>
              <a:rPr lang="vi-VN" sz="3200">
                <a:latin typeface="Noto Sans" panose="020B0502040504020204" pitchFamily="34" charset="0"/>
                <a:ea typeface="Noto Sans" panose="020B0502040504020204" pitchFamily="34" charset="0"/>
                <a:cs typeface="Noto Sans" panose="020B0502040504020204" pitchFamily="34" charset="0"/>
              </a:rPr>
              <a:t>Quản lí thông tin xe và thông tin người dung hiệu quả, tiết kiệm thời gian.</a:t>
            </a:r>
          </a:p>
          <a:p>
            <a:pPr marL="285750" indent="-285750">
              <a:lnSpc>
                <a:spcPct val="150000"/>
              </a:lnSpc>
              <a:buFont typeface="Arial" panose="020B0604020202020204" pitchFamily="34" charset="0"/>
              <a:buChar char="•"/>
            </a:pPr>
            <a:r>
              <a:rPr lang="vi-VN" sz="3200">
                <a:latin typeface="Noto Sans" panose="020B0502040504020204" pitchFamily="34" charset="0"/>
                <a:ea typeface="Noto Sans" panose="020B0502040504020204" pitchFamily="34" charset="0"/>
                <a:cs typeface="Noto Sans" panose="020B0502040504020204" pitchFamily="34" charset="0"/>
              </a:rPr>
              <a:t>Hiển thị dữ liệu ở dạng bảng ASCII đẹp mắt, dễ dọc.</a:t>
            </a:r>
          </a:p>
          <a:p>
            <a:pPr marL="285750" indent="-285750">
              <a:lnSpc>
                <a:spcPct val="150000"/>
              </a:lnSpc>
              <a:buFont typeface="Arial" panose="020B0604020202020204" pitchFamily="34" charset="0"/>
              <a:buChar char="•"/>
            </a:pPr>
            <a:r>
              <a:rPr lang="vi-VN" sz="3200">
                <a:latin typeface="Noto Sans" panose="020B0502040504020204" pitchFamily="34" charset="0"/>
                <a:ea typeface="Noto Sans" panose="020B0502040504020204" pitchFamily="34" charset="0"/>
                <a:cs typeface="Noto Sans" panose="020B0502040504020204" pitchFamily="34" charset="0"/>
              </a:rPr>
              <a:t>Tính phí gửi xe dựa trên thời gian thực, cập nhật giá.</a:t>
            </a:r>
          </a:p>
          <a:p>
            <a:pPr marL="285750" indent="-285750">
              <a:lnSpc>
                <a:spcPct val="150000"/>
              </a:lnSpc>
              <a:buFont typeface="Arial" panose="020B0604020202020204" pitchFamily="34" charset="0"/>
              <a:buChar char="•"/>
            </a:pPr>
            <a:r>
              <a:rPr lang="vi-VN" sz="3200">
                <a:latin typeface="Noto Sans" panose="020B0502040504020204" pitchFamily="34" charset="0"/>
                <a:ea typeface="Noto Sans" panose="020B0502040504020204" pitchFamily="34" charset="0"/>
                <a:cs typeface="Noto Sans" panose="020B0502040504020204" pitchFamily="34" charset="0"/>
              </a:rPr>
              <a:t>Quan lí thông báo, lịch sử lấy xe và cập nhật bảng giá</a:t>
            </a:r>
          </a:p>
          <a:p>
            <a:pPr marL="285750" indent="-285750">
              <a:lnSpc>
                <a:spcPct val="150000"/>
              </a:lnSpc>
              <a:buFont typeface="Arial" panose="020B0604020202020204" pitchFamily="34" charset="0"/>
              <a:buChar char="•"/>
            </a:pPr>
            <a:r>
              <a:rPr lang="vi-VN" sz="3200">
                <a:latin typeface="Noto Sans" panose="020B0502040504020204" pitchFamily="34" charset="0"/>
                <a:ea typeface="Noto Sans" panose="020B0502040504020204" pitchFamily="34" charset="0"/>
                <a:cs typeface="Noto Sans" panose="020B0502040504020204" pitchFamily="34" charset="0"/>
              </a:rPr>
              <a:t>Có thể ứng dụng với bãi xe ở quy mô nhỏ</a:t>
            </a:r>
            <a:endParaRPr lang="en-US" sz="320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18958133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p:cNvGrpSpPr/>
        <p:nvPr/>
      </p:nvGrpSpPr>
      <p:grpSpPr>
        <a:xfrm>
          <a:off x="0" y="0"/>
          <a:ext cx="0" cy="0"/>
          <a:chOff x="0" y="0"/>
          <a:chExt cx="0" cy="0"/>
        </a:xfrm>
      </p:grpSpPr>
      <p:grpSp>
        <p:nvGrpSpPr>
          <p:cNvPr id="2" name="Group 2"/>
          <p:cNvGrpSpPr/>
          <p:nvPr/>
        </p:nvGrpSpPr>
        <p:grpSpPr>
          <a:xfrm>
            <a:off x="17225526" y="1735550"/>
            <a:ext cx="334300" cy="334300"/>
            <a:chOff x="0" y="0"/>
            <a:chExt cx="445733" cy="445733"/>
          </a:xfrm>
        </p:grpSpPr>
        <p:sp>
          <p:nvSpPr>
            <p:cNvPr id="3" name="Freeform 3"/>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4" name="Group 4"/>
          <p:cNvGrpSpPr/>
          <p:nvPr/>
        </p:nvGrpSpPr>
        <p:grpSpPr>
          <a:xfrm>
            <a:off x="17284050" y="970350"/>
            <a:ext cx="217300" cy="217300"/>
            <a:chOff x="0" y="0"/>
            <a:chExt cx="289733" cy="289733"/>
          </a:xfrm>
        </p:grpSpPr>
        <p:sp>
          <p:nvSpPr>
            <p:cNvPr id="5" name="Freeform 5"/>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p>
          </p:txBody>
        </p:sp>
      </p:grpSp>
      <p:grpSp>
        <p:nvGrpSpPr>
          <p:cNvPr id="6" name="Group 6"/>
          <p:cNvGrpSpPr/>
          <p:nvPr/>
        </p:nvGrpSpPr>
        <p:grpSpPr>
          <a:xfrm>
            <a:off x="17708900" y="390050"/>
            <a:ext cx="311850" cy="312750"/>
            <a:chOff x="0" y="0"/>
            <a:chExt cx="415800" cy="417000"/>
          </a:xfrm>
        </p:grpSpPr>
        <p:sp>
          <p:nvSpPr>
            <p:cNvPr id="7" name="Freeform 7"/>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8" name="Group 8"/>
          <p:cNvGrpSpPr/>
          <p:nvPr/>
        </p:nvGrpSpPr>
        <p:grpSpPr>
          <a:xfrm>
            <a:off x="304420" y="9507822"/>
            <a:ext cx="190986" cy="190924"/>
            <a:chOff x="0" y="0"/>
            <a:chExt cx="254648" cy="254565"/>
          </a:xfrm>
        </p:grpSpPr>
        <p:sp>
          <p:nvSpPr>
            <p:cNvPr id="9" name="Freeform 9"/>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10" name="Group 10"/>
          <p:cNvGrpSpPr/>
          <p:nvPr/>
        </p:nvGrpSpPr>
        <p:grpSpPr>
          <a:xfrm>
            <a:off x="17782576" y="1432170"/>
            <a:ext cx="164518" cy="164518"/>
            <a:chOff x="0" y="0"/>
            <a:chExt cx="219357" cy="219357"/>
          </a:xfrm>
        </p:grpSpPr>
        <p:sp>
          <p:nvSpPr>
            <p:cNvPr id="11" name="Freeform 11"/>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p>
          </p:txBody>
        </p:sp>
      </p:grpSp>
      <p:grpSp>
        <p:nvGrpSpPr>
          <p:cNvPr id="12" name="Group 12"/>
          <p:cNvGrpSpPr/>
          <p:nvPr/>
        </p:nvGrpSpPr>
        <p:grpSpPr>
          <a:xfrm>
            <a:off x="404850" y="8803450"/>
            <a:ext cx="334300" cy="334300"/>
            <a:chOff x="0" y="0"/>
            <a:chExt cx="445733" cy="445733"/>
          </a:xfrm>
        </p:grpSpPr>
        <p:sp>
          <p:nvSpPr>
            <p:cNvPr id="13" name="Freeform 13"/>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14" name="Group 14"/>
          <p:cNvGrpSpPr/>
          <p:nvPr/>
        </p:nvGrpSpPr>
        <p:grpSpPr>
          <a:xfrm>
            <a:off x="925800" y="9507800"/>
            <a:ext cx="311850" cy="312750"/>
            <a:chOff x="0" y="0"/>
            <a:chExt cx="415800" cy="417000"/>
          </a:xfrm>
        </p:grpSpPr>
        <p:sp>
          <p:nvSpPr>
            <p:cNvPr id="15" name="Freeform 15"/>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sp>
        <p:nvSpPr>
          <p:cNvPr id="19" name="Rectangle 18">
            <a:extLst>
              <a:ext uri="{FF2B5EF4-FFF2-40B4-BE49-F238E27FC236}">
                <a16:creationId xmlns:a16="http://schemas.microsoft.com/office/drawing/2014/main" id="{DED6CE35-71CC-0FB3-7644-DD5882CA3E18}"/>
              </a:ext>
            </a:extLst>
          </p:cNvPr>
          <p:cNvSpPr/>
          <p:nvPr/>
        </p:nvSpPr>
        <p:spPr>
          <a:xfrm>
            <a:off x="1447800" y="784299"/>
            <a:ext cx="7239000" cy="13299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b="1">
                <a:latin typeface="Noto Sans" panose="020B0502040504020204" pitchFamily="34" charset="0"/>
                <a:ea typeface="Noto Sans" panose="020B0502040504020204" pitchFamily="34" charset="0"/>
                <a:cs typeface="Noto Sans" panose="020B0502040504020204" pitchFamily="34" charset="0"/>
              </a:rPr>
              <a:t>III. </a:t>
            </a:r>
            <a:r>
              <a:rPr lang="en-US" sz="3200" b="1">
                <a:latin typeface="Noto Sans" panose="020B0502040504020204" pitchFamily="34" charset="0"/>
                <a:ea typeface="Noto Sans" panose="020B0502040504020204" pitchFamily="34" charset="0"/>
                <a:cs typeface="Noto Sans" panose="020B0502040504020204" pitchFamily="34" charset="0"/>
              </a:rPr>
              <a:t>TỔNG QUAN HỆ THỐNG</a:t>
            </a:r>
            <a:endParaRPr lang="en-US" sz="3200" b="1">
              <a:effectLst/>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C2CBA8B5-DFA2-141A-F4C6-4A1020BAEF2C}"/>
              </a:ext>
            </a:extLst>
          </p:cNvPr>
          <p:cNvSpPr/>
          <p:nvPr/>
        </p:nvSpPr>
        <p:spPr>
          <a:xfrm>
            <a:off x="2139315" y="1610383"/>
            <a:ext cx="4267200" cy="13299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a:latin typeface="Noto Sans" panose="020B0502040504020204" pitchFamily="34" charset="0"/>
                <a:ea typeface="Noto Sans" panose="020B0502040504020204" pitchFamily="34" charset="0"/>
                <a:cs typeface="Noto Sans" panose="020B0502040504020204" pitchFamily="34" charset="0"/>
              </a:rPr>
              <a:t>1. Cấu trúc hệ thống</a:t>
            </a:r>
            <a:endParaRPr lang="en-US" sz="3200">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90F6096B-021B-6440-69D7-930A1EF9FD0C}"/>
              </a:ext>
            </a:extLst>
          </p:cNvPr>
          <p:cNvSpPr/>
          <p:nvPr/>
        </p:nvSpPr>
        <p:spPr>
          <a:xfrm>
            <a:off x="2362200" y="3164650"/>
            <a:ext cx="14401800" cy="56388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nSpc>
                <a:spcPct val="150000"/>
              </a:lnSpc>
              <a:buFont typeface="Arial" panose="020B0604020202020204" pitchFamily="34" charset="0"/>
              <a:buChar char="•"/>
            </a:pPr>
            <a:r>
              <a:rPr lang="vi-VN" sz="2800">
                <a:latin typeface="Noto Sans" panose="020B0502040504020204" pitchFamily="34" charset="0"/>
                <a:ea typeface="Noto Sans" panose="020B0502040504020204" pitchFamily="34" charset="0"/>
                <a:cs typeface="Noto Sans" panose="020B0502040504020204" pitchFamily="34" charset="0"/>
              </a:rPr>
              <a:t>Giao diện: Menu console với các tùy chọn cho người dùng và quản trị viên.</a:t>
            </a:r>
          </a:p>
          <a:p>
            <a:pPr marL="285750" indent="-285750">
              <a:lnSpc>
                <a:spcPct val="150000"/>
              </a:lnSpc>
              <a:buFont typeface="Arial" panose="020B0604020202020204" pitchFamily="34" charset="0"/>
              <a:buChar char="•"/>
            </a:pPr>
            <a:r>
              <a:rPr lang="vi-VN" sz="2800">
                <a:latin typeface="Noto Sans" panose="020B0502040504020204" pitchFamily="34" charset="0"/>
                <a:ea typeface="Noto Sans" panose="020B0502040504020204" pitchFamily="34" charset="0"/>
                <a:cs typeface="Noto Sans" panose="020B0502040504020204" pitchFamily="34" charset="0"/>
              </a:rPr>
              <a:t>Dữ liệu:</a:t>
            </a:r>
          </a:p>
          <a:p>
            <a:pPr marL="742950" lvl="1" indent="-285750">
              <a:lnSpc>
                <a:spcPct val="150000"/>
              </a:lnSpc>
              <a:buFont typeface="Courier New" panose="02070309020205020404" pitchFamily="49" charset="0"/>
              <a:buChar char="o"/>
            </a:pPr>
            <a:r>
              <a:rPr lang="vi-VN" sz="2800">
                <a:latin typeface="Noto Sans" panose="020B0502040504020204" pitchFamily="34" charset="0"/>
                <a:ea typeface="Noto Sans" panose="020B0502040504020204" pitchFamily="34" charset="0"/>
                <a:cs typeface="Noto Sans" panose="020B0502040504020204" pitchFamily="34" charset="0"/>
              </a:rPr>
              <a:t>Người dùng: ID, mật khẩu, họ tên, giới tính, ngày sinh, số điện thoại, email, số dư.</a:t>
            </a:r>
          </a:p>
          <a:p>
            <a:pPr marL="742950" lvl="1" indent="-285750">
              <a:lnSpc>
                <a:spcPct val="150000"/>
              </a:lnSpc>
              <a:buFont typeface="Courier New" panose="02070309020205020404" pitchFamily="49" charset="0"/>
              <a:buChar char="o"/>
            </a:pPr>
            <a:r>
              <a:rPr lang="vi-VN" sz="2800">
                <a:latin typeface="Noto Sans" panose="020B0502040504020204" pitchFamily="34" charset="0"/>
                <a:ea typeface="Noto Sans" panose="020B0502040504020204" pitchFamily="34" charset="0"/>
                <a:cs typeface="Noto Sans" panose="020B0502040504020204" pitchFamily="34" charset="0"/>
              </a:rPr>
              <a:t>Phương tiện: Biển số, loại xe (xe máy/ô tô), thời gian vào/ra.</a:t>
            </a:r>
          </a:p>
          <a:p>
            <a:pPr marL="742950" lvl="1" indent="-285750">
              <a:lnSpc>
                <a:spcPct val="150000"/>
              </a:lnSpc>
              <a:buFont typeface="Courier New" panose="02070309020205020404" pitchFamily="49" charset="0"/>
              <a:buChar char="o"/>
            </a:pPr>
            <a:r>
              <a:rPr lang="vi-VN" sz="2800">
                <a:latin typeface="Noto Sans" panose="020B0502040504020204" pitchFamily="34" charset="0"/>
                <a:ea typeface="Noto Sans" panose="020B0502040504020204" pitchFamily="34" charset="0"/>
                <a:cs typeface="Noto Sans" panose="020B0502040504020204" pitchFamily="34" charset="0"/>
              </a:rPr>
              <a:t>Lưu trữ: Tệp .txt (người dùng, phương tiện, lịch sử, bảng giá, thông báo).</a:t>
            </a:r>
          </a:p>
          <a:p>
            <a:pPr marL="285750" indent="-285750">
              <a:lnSpc>
                <a:spcPct val="150000"/>
              </a:lnSpc>
              <a:buFont typeface="Arial" panose="020B0604020202020204" pitchFamily="34" charset="0"/>
              <a:buChar char="•"/>
            </a:pPr>
            <a:r>
              <a:rPr lang="vi-VN" sz="2800">
                <a:latin typeface="Noto Sans" panose="020B0502040504020204" pitchFamily="34" charset="0"/>
                <a:ea typeface="Noto Sans" panose="020B0502040504020204" pitchFamily="34" charset="0"/>
                <a:cs typeface="Noto Sans" panose="020B0502040504020204" pitchFamily="34" charset="0"/>
              </a:rPr>
              <a:t>Phân vai trò:</a:t>
            </a:r>
          </a:p>
          <a:p>
            <a:pPr marL="742950" lvl="1" indent="-285750">
              <a:lnSpc>
                <a:spcPct val="150000"/>
              </a:lnSpc>
              <a:buFont typeface="Courier New" panose="02070309020205020404" pitchFamily="49" charset="0"/>
              <a:buChar char="o"/>
            </a:pPr>
            <a:r>
              <a:rPr lang="vi-VN" sz="2800">
                <a:latin typeface="Noto Sans" panose="020B0502040504020204" pitchFamily="34" charset="0"/>
                <a:ea typeface="Noto Sans" panose="020B0502040504020204" pitchFamily="34" charset="0"/>
                <a:cs typeface="Noto Sans" panose="020B0502040504020204" pitchFamily="34" charset="0"/>
              </a:rPr>
              <a:t>Người dùng: Thêm/xóa phương tiện, gửi/lấy xe, nạp tiền, xem thông tin cá nhân.</a:t>
            </a:r>
          </a:p>
          <a:p>
            <a:pPr marL="742950" lvl="1" indent="-285750">
              <a:lnSpc>
                <a:spcPct val="150000"/>
              </a:lnSpc>
              <a:buFont typeface="Courier New" panose="02070309020205020404" pitchFamily="49" charset="0"/>
              <a:buChar char="o"/>
            </a:pPr>
            <a:r>
              <a:rPr lang="en-US" sz="2800">
                <a:latin typeface="Noto Sans" panose="020B0502040504020204" pitchFamily="34" charset="0"/>
                <a:ea typeface="Noto Sans" panose="020B0502040504020204" pitchFamily="34" charset="0"/>
                <a:cs typeface="Noto Sans" panose="020B0502040504020204" pitchFamily="34" charset="0"/>
              </a:rPr>
              <a:t>Quản trị viên: Xem tất cả dữ liệu, xóa tài khoản, cập nhật giá, gửi thông báo.</a:t>
            </a:r>
          </a:p>
          <a:p>
            <a:pPr marL="742950" lvl="1" indent="-285750">
              <a:lnSpc>
                <a:spcPct val="150000"/>
              </a:lnSpc>
              <a:buFont typeface="Courier New" panose="02070309020205020404" pitchFamily="49" charset="0"/>
              <a:buChar char="o"/>
            </a:pPr>
            <a:endParaRPr lang="en-US" sz="2800">
              <a:latin typeface="Noto Sans" panose="020B0502040504020204" pitchFamily="34" charset="0"/>
              <a:ea typeface="Noto Sans" panose="020B0502040504020204" pitchFamily="34" charset="0"/>
              <a:cs typeface="Noto Sans" panose="020B0502040504020204" pitchFamily="34" charset="0"/>
            </a:endParaRP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5C978790-88B4-3679-B2BF-68842BB21598}"/>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57A7739-A15E-ABA3-52FB-05A4851B0959}"/>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B6328139-7DE3-2744-0A59-27AD9697DE9F}"/>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4" name="Group 4">
            <a:extLst>
              <a:ext uri="{FF2B5EF4-FFF2-40B4-BE49-F238E27FC236}">
                <a16:creationId xmlns:a16="http://schemas.microsoft.com/office/drawing/2014/main" id="{363FBEFD-4DD6-1A1A-5242-110B708F79C2}"/>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0A7539CF-74AD-4E25-B576-6AAE5F973DC1}"/>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p>
          </p:txBody>
        </p:sp>
      </p:grpSp>
      <p:grpSp>
        <p:nvGrpSpPr>
          <p:cNvPr id="6" name="Group 6">
            <a:extLst>
              <a:ext uri="{FF2B5EF4-FFF2-40B4-BE49-F238E27FC236}">
                <a16:creationId xmlns:a16="http://schemas.microsoft.com/office/drawing/2014/main" id="{1BF111E8-42AF-F743-7F73-939D85E7AAC0}"/>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350A6DC4-DC28-C39A-649F-0AB1812D95D7}"/>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8" name="Group 8">
            <a:extLst>
              <a:ext uri="{FF2B5EF4-FFF2-40B4-BE49-F238E27FC236}">
                <a16:creationId xmlns:a16="http://schemas.microsoft.com/office/drawing/2014/main" id="{10511FC6-0BB4-2C47-024B-44B02F0B55EC}"/>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C42EFAE3-D726-4770-D3E8-A23EA462AECF}"/>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10" name="Group 10">
            <a:extLst>
              <a:ext uri="{FF2B5EF4-FFF2-40B4-BE49-F238E27FC236}">
                <a16:creationId xmlns:a16="http://schemas.microsoft.com/office/drawing/2014/main" id="{07C77F19-54D0-ACB5-0A22-320A10E96C27}"/>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88036A85-9230-BCC2-96EA-2C7C0622D204}"/>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p>
          </p:txBody>
        </p:sp>
      </p:grpSp>
      <p:grpSp>
        <p:nvGrpSpPr>
          <p:cNvPr id="12" name="Group 12">
            <a:extLst>
              <a:ext uri="{FF2B5EF4-FFF2-40B4-BE49-F238E27FC236}">
                <a16:creationId xmlns:a16="http://schemas.microsoft.com/office/drawing/2014/main" id="{C24E1D29-B21A-22E8-150E-C96FA1FEC801}"/>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58063936-44E3-AAC5-EC00-950BE05CD5F7}"/>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14" name="Group 14">
            <a:extLst>
              <a:ext uri="{FF2B5EF4-FFF2-40B4-BE49-F238E27FC236}">
                <a16:creationId xmlns:a16="http://schemas.microsoft.com/office/drawing/2014/main" id="{3524DF45-6CE4-5B38-CDAB-87824CF35866}"/>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9B7B9A05-1BC3-9AD8-0874-00398AC72C81}"/>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sp>
        <p:nvSpPr>
          <p:cNvPr id="19" name="Rectangle 18">
            <a:extLst>
              <a:ext uri="{FF2B5EF4-FFF2-40B4-BE49-F238E27FC236}">
                <a16:creationId xmlns:a16="http://schemas.microsoft.com/office/drawing/2014/main" id="{2CCF7588-47D7-91F5-945B-3EA2CCB0514B}"/>
              </a:ext>
            </a:extLst>
          </p:cNvPr>
          <p:cNvSpPr/>
          <p:nvPr/>
        </p:nvSpPr>
        <p:spPr>
          <a:xfrm>
            <a:off x="1447800" y="1187615"/>
            <a:ext cx="7467600" cy="13299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b="1">
                <a:latin typeface="Noto Sans" panose="020B0502040504020204" pitchFamily="34" charset="0"/>
                <a:ea typeface="Noto Sans" panose="020B0502040504020204" pitchFamily="34" charset="0"/>
                <a:cs typeface="Noto Sans" panose="020B0502040504020204" pitchFamily="34" charset="0"/>
              </a:rPr>
              <a:t>III. </a:t>
            </a:r>
            <a:r>
              <a:rPr lang="en-US" sz="3200" b="1">
                <a:latin typeface="Noto Sans" panose="020B0502040504020204" pitchFamily="34" charset="0"/>
                <a:ea typeface="Noto Sans" panose="020B0502040504020204" pitchFamily="34" charset="0"/>
                <a:cs typeface="Noto Sans" panose="020B0502040504020204" pitchFamily="34" charset="0"/>
              </a:rPr>
              <a:t>TỔNG QUAN HỆ THỐNG</a:t>
            </a:r>
            <a:endParaRPr lang="en-US" sz="3200" b="1">
              <a:effectLst/>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5901C76D-D948-6970-9396-79417A8BB690}"/>
              </a:ext>
            </a:extLst>
          </p:cNvPr>
          <p:cNvSpPr/>
          <p:nvPr/>
        </p:nvSpPr>
        <p:spPr>
          <a:xfrm>
            <a:off x="2139315" y="2324100"/>
            <a:ext cx="4267200" cy="132996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a:latin typeface="Noto Sans" panose="020B0502040504020204" pitchFamily="34" charset="0"/>
                <a:ea typeface="Noto Sans" panose="020B0502040504020204" pitchFamily="34" charset="0"/>
                <a:cs typeface="Noto Sans" panose="020B0502040504020204" pitchFamily="34" charset="0"/>
              </a:rPr>
              <a:t>2. Luồng dữ liệu</a:t>
            </a:r>
            <a:endParaRPr lang="en-US" sz="3200">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D4C4D707-D61B-7D6B-EFFB-2DFB3FBF4BBA}"/>
              </a:ext>
            </a:extLst>
          </p:cNvPr>
          <p:cNvSpPr/>
          <p:nvPr/>
        </p:nvSpPr>
        <p:spPr>
          <a:xfrm>
            <a:off x="2133600" y="3086100"/>
            <a:ext cx="13868400" cy="553224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914400" lvl="1"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Tải dữ liệu từ tệp .txt khi khởi động.</a:t>
            </a:r>
          </a:p>
          <a:p>
            <a:pPr marL="914400" lvl="1" indent="-457200">
              <a:lnSpc>
                <a:spcPct val="150000"/>
              </a:lnSpc>
              <a:buFont typeface="Arial" panose="020B0604020202020204" pitchFamily="34" charset="0"/>
              <a:buChar char="•"/>
            </a:pPr>
            <a:r>
              <a:rPr lang="vi-VN" sz="2800">
                <a:latin typeface="Noto Sans" panose="020B0502040504020204" pitchFamily="34" charset="0"/>
                <a:ea typeface="Noto Sans" panose="020B0502040504020204" pitchFamily="34" charset="0"/>
                <a:cs typeface="Noto Sans" panose="020B0502040504020204" pitchFamily="34" charset="0"/>
              </a:rPr>
              <a:t>Menu chính: đăng ký → đăng nhập → chuyển đến menu người dùng/quản trị viên.</a:t>
            </a:r>
          </a:p>
          <a:p>
            <a:pPr marL="914400" lvl="1"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Thực hiện các tác vụ (thêm xe, gửi xe, lấy xe, v.v.).</a:t>
            </a:r>
          </a:p>
          <a:p>
            <a:pPr marL="914400" lvl="1" indent="-457200">
              <a:lnSpc>
                <a:spcPct val="150000"/>
              </a:lnSpc>
              <a:buFont typeface="Arial" panose="020B0604020202020204" pitchFamily="34" charset="0"/>
              <a:buChar char="•"/>
            </a:pPr>
            <a:r>
              <a:rPr lang="vi-VN" sz="2800">
                <a:latin typeface="Noto Sans" panose="020B0502040504020204" pitchFamily="34" charset="0"/>
                <a:ea typeface="Noto Sans" panose="020B0502040504020204" pitchFamily="34" charset="0"/>
                <a:cs typeface="Noto Sans" panose="020B0502040504020204" pitchFamily="34" charset="0"/>
              </a:rPr>
              <a:t>Lưu dữ liệu vào tệp khi có thay đổi.</a:t>
            </a:r>
          </a:p>
          <a:p>
            <a:pPr marL="742950" lvl="1" indent="-285750">
              <a:lnSpc>
                <a:spcPct val="150000"/>
              </a:lnSpc>
              <a:buFont typeface="Courier New" panose="02070309020205020404" pitchFamily="49" charset="0"/>
              <a:buChar char="o"/>
            </a:pPr>
            <a:endParaRPr lang="en-US" sz="280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20755550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AB4DABFF-54D7-E9D1-4BE4-0B4A04B5082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D8046A6-5C5D-DD63-0058-08D79065F402}"/>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4ADD481C-924B-E899-6F14-C14BC5AA0B6B}"/>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4" name="Group 4">
            <a:extLst>
              <a:ext uri="{FF2B5EF4-FFF2-40B4-BE49-F238E27FC236}">
                <a16:creationId xmlns:a16="http://schemas.microsoft.com/office/drawing/2014/main" id="{BEA5B21C-8546-4693-19D5-8FD51794088F}"/>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04FB0E28-0186-ED1A-1C5A-21D309E96974}"/>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p>
          </p:txBody>
        </p:sp>
      </p:grpSp>
      <p:grpSp>
        <p:nvGrpSpPr>
          <p:cNvPr id="6" name="Group 6">
            <a:extLst>
              <a:ext uri="{FF2B5EF4-FFF2-40B4-BE49-F238E27FC236}">
                <a16:creationId xmlns:a16="http://schemas.microsoft.com/office/drawing/2014/main" id="{C7495B02-A43A-4407-4DF0-F6163C6F27C6}"/>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D679C3AA-81C2-14D3-8AF5-F6D3478A41DF}"/>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8" name="Group 8">
            <a:extLst>
              <a:ext uri="{FF2B5EF4-FFF2-40B4-BE49-F238E27FC236}">
                <a16:creationId xmlns:a16="http://schemas.microsoft.com/office/drawing/2014/main" id="{68A2F97E-3482-64D9-9DAC-0B19728DA9AC}"/>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CAA82897-0472-7A5C-E9C9-A0F953AF3B9F}"/>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10" name="Group 10">
            <a:extLst>
              <a:ext uri="{FF2B5EF4-FFF2-40B4-BE49-F238E27FC236}">
                <a16:creationId xmlns:a16="http://schemas.microsoft.com/office/drawing/2014/main" id="{354020B4-4BE7-F8F6-59A5-C264E03D032D}"/>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4D41720F-E000-78D7-1C2A-E4C875522D02}"/>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p>
          </p:txBody>
        </p:sp>
      </p:grpSp>
      <p:grpSp>
        <p:nvGrpSpPr>
          <p:cNvPr id="12" name="Group 12">
            <a:extLst>
              <a:ext uri="{FF2B5EF4-FFF2-40B4-BE49-F238E27FC236}">
                <a16:creationId xmlns:a16="http://schemas.microsoft.com/office/drawing/2014/main" id="{D43A7A13-9E3A-B2F5-145D-E269FCEB6D9D}"/>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733885DC-C896-1897-6D5F-C485B15BC943}"/>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14" name="Group 14">
            <a:extLst>
              <a:ext uri="{FF2B5EF4-FFF2-40B4-BE49-F238E27FC236}">
                <a16:creationId xmlns:a16="http://schemas.microsoft.com/office/drawing/2014/main" id="{CFB966AB-8245-52FA-EA35-49F3527C580E}"/>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6B8C8AC6-9DCF-BDC0-C139-7E7DED01A67E}"/>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sp>
        <p:nvSpPr>
          <p:cNvPr id="19" name="Rectangle 18">
            <a:extLst>
              <a:ext uri="{FF2B5EF4-FFF2-40B4-BE49-F238E27FC236}">
                <a16:creationId xmlns:a16="http://schemas.microsoft.com/office/drawing/2014/main" id="{B26EA84F-013C-6CAF-8D77-AEB5DB5CF236}"/>
              </a:ext>
            </a:extLst>
          </p:cNvPr>
          <p:cNvSpPr/>
          <p:nvPr/>
        </p:nvSpPr>
        <p:spPr>
          <a:xfrm>
            <a:off x="1447800" y="784299"/>
            <a:ext cx="7162800" cy="10826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b="1">
                <a:latin typeface="Noto Sans" panose="020B0502040504020204" pitchFamily="34" charset="0"/>
                <a:ea typeface="Noto Sans" panose="020B0502040504020204" pitchFamily="34" charset="0"/>
                <a:cs typeface="Noto Sans" panose="020B0502040504020204" pitchFamily="34" charset="0"/>
              </a:rPr>
              <a:t>IV.</a:t>
            </a:r>
            <a:r>
              <a:rPr lang="en-US" sz="3200" b="1">
                <a:latin typeface="Noto Sans" panose="020B0502040504020204" pitchFamily="34" charset="0"/>
                <a:ea typeface="Noto Sans" panose="020B0502040504020204" pitchFamily="34" charset="0"/>
                <a:cs typeface="Noto Sans" panose="020B0502040504020204" pitchFamily="34" charset="0"/>
              </a:rPr>
              <a:t> Các Hàm và Class Quan trọng</a:t>
            </a:r>
          </a:p>
          <a:p>
            <a:endParaRPr lang="en-US" sz="3200" b="1">
              <a:effectLst/>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8" name="Table 17">
            <a:extLst>
              <a:ext uri="{FF2B5EF4-FFF2-40B4-BE49-F238E27FC236}">
                <a16:creationId xmlns:a16="http://schemas.microsoft.com/office/drawing/2014/main" id="{95023233-7122-0A47-CDF3-68F8DE33F586}"/>
              </a:ext>
            </a:extLst>
          </p:cNvPr>
          <p:cNvGraphicFramePr>
            <a:graphicFrameLocks noGrp="1"/>
          </p:cNvGraphicFramePr>
          <p:nvPr>
            <p:extLst>
              <p:ext uri="{D42A27DB-BD31-4B8C-83A1-F6EECF244321}">
                <p14:modId xmlns:p14="http://schemas.microsoft.com/office/powerpoint/2010/main" val="418806314"/>
              </p:ext>
            </p:extLst>
          </p:nvPr>
        </p:nvGraphicFramePr>
        <p:xfrm>
          <a:off x="2057400" y="1963992"/>
          <a:ext cx="14173200" cy="7370508"/>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3704763577"/>
                    </a:ext>
                  </a:extLst>
                </a:gridCol>
                <a:gridCol w="5257800">
                  <a:extLst>
                    <a:ext uri="{9D8B030D-6E8A-4147-A177-3AD203B41FA5}">
                      <a16:colId xmlns:a16="http://schemas.microsoft.com/office/drawing/2014/main" val="346093038"/>
                    </a:ext>
                  </a:extLst>
                </a:gridCol>
                <a:gridCol w="4800600">
                  <a:extLst>
                    <a:ext uri="{9D8B030D-6E8A-4147-A177-3AD203B41FA5}">
                      <a16:colId xmlns:a16="http://schemas.microsoft.com/office/drawing/2014/main" val="3818092019"/>
                    </a:ext>
                  </a:extLst>
                </a:gridCol>
              </a:tblGrid>
              <a:tr h="1123218">
                <a:tc>
                  <a:txBody>
                    <a:bodyPr/>
                    <a:lstStyle/>
                    <a:p>
                      <a:pPr algn="ctr"/>
                      <a:r>
                        <a:rPr lang="vi-VN">
                          <a:latin typeface="Noto Sans" panose="020B0502040504020204" pitchFamily="34" charset="0"/>
                          <a:ea typeface="Noto Sans" panose="020B0502040504020204" pitchFamily="34" charset="0"/>
                          <a:cs typeface="Noto Sans" panose="020B0502040504020204" pitchFamily="34" charset="0"/>
                        </a:rPr>
                        <a:t>Class/ham</a:t>
                      </a: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a:latin typeface="Noto Sans" panose="020B0502040504020204" pitchFamily="34" charset="0"/>
                          <a:ea typeface="Noto Sans" panose="020B0502040504020204" pitchFamily="34" charset="0"/>
                          <a:cs typeface="Noto Sans" panose="020B0502040504020204" pitchFamily="34" charset="0"/>
                        </a:rPr>
                        <a:t>Mô tả</a:t>
                      </a: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a:latin typeface="Noto Sans" panose="020B0502040504020204" pitchFamily="34" charset="0"/>
                          <a:ea typeface="Noto Sans" panose="020B0502040504020204" pitchFamily="34" charset="0"/>
                          <a:cs typeface="Noto Sans" panose="020B0502040504020204" pitchFamily="34" charset="0"/>
                        </a:rPr>
                        <a:t>Ý nghía</a:t>
                      </a: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2746961599"/>
                  </a:ext>
                </a:extLst>
              </a:tr>
              <a:tr h="11232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Class kebang</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Vẽ bảng ASCII với các ký tự đặc biệt để hiển thị dữ liệu.</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a:effectLst/>
                          <a:latin typeface="Noto Sans" panose="020B0502040504020204" pitchFamily="34" charset="0"/>
                          <a:ea typeface="Noto Sans" panose="020B0502040504020204" pitchFamily="34" charset="0"/>
                          <a:cs typeface="Noto Sans" panose="020B0502040504020204" pitchFamily="34" charset="0"/>
                        </a:rPr>
                        <a:t>Tạo giao diện trực quan, dễ đọc cho danh sách xe/người dùng.</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4129355297"/>
                  </a:ext>
                </a:extLst>
              </a:tr>
              <a:tr h="1281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Class thong_tin_nguoi</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a:effectLst/>
                          <a:latin typeface="Noto Sans" panose="020B0502040504020204" pitchFamily="34" charset="0"/>
                          <a:ea typeface="Noto Sans" panose="020B0502040504020204" pitchFamily="34" charset="0"/>
                          <a:cs typeface="Noto Sans" panose="020B0502040504020204" pitchFamily="34" charset="0"/>
                        </a:rPr>
                        <a:t>Lưu trữ thông tin người dùng Kiểm tra định dạng số điện thoại, gmail, mật khẩu, ngày sinh.</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Đảm bảo tính hợp lệ của dữ liệu đầu vào và quản lý thông tin cá nhân.</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3852450367"/>
                  </a:ext>
                </a:extLst>
              </a:tr>
              <a:tr h="1281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Class thong_tin_xe</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a:effectLst/>
                          <a:latin typeface="Noto Sans" panose="020B0502040504020204" pitchFamily="34" charset="0"/>
                          <a:ea typeface="Noto Sans" panose="020B0502040504020204" pitchFamily="34" charset="0"/>
                          <a:cs typeface="Noto Sans" panose="020B0502040504020204" pitchFamily="34" charset="0"/>
                        </a:rPr>
                        <a:t>Quản lý thông tin phương tiện (biển số, loại xe, thời gian vào/ra). Tính phí gửi xe dựa trên thời gian.</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Hỗ trợ quản lý xe và tính toán phí chính xác.</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4009371726"/>
                  </a:ext>
                </a:extLst>
              </a:tr>
              <a:tr h="1281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Class bai_xe</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a:effectLst/>
                          <a:latin typeface="Noto Sans" panose="020B0502040504020204" pitchFamily="34" charset="0"/>
                          <a:ea typeface="Noto Sans" panose="020B0502040504020204" pitchFamily="34" charset="0"/>
                          <a:cs typeface="Noto Sans" panose="020B0502040504020204" pitchFamily="34" charset="0"/>
                        </a:rPr>
                        <a:t>Kế thừa thong_tin_nguoi và thong_tin_xe. Quản lý danh sách xe (qua ngày/tháng), lưu trữ dữ liệu, kiểm tra trùng biển số.</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a:effectLst/>
                          <a:latin typeface="Noto Sans" panose="020B0502040504020204" pitchFamily="34" charset="0"/>
                          <a:ea typeface="Noto Sans" panose="020B0502040504020204" pitchFamily="34" charset="0"/>
                          <a:cs typeface="Noto Sans" panose="020B0502040504020204" pitchFamily="34" charset="0"/>
                        </a:rPr>
                        <a:t>Tích hợp quản lý xe và người dùng, xử lý các tác vụ gửi/lấy xe.</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96640636"/>
                  </a:ext>
                </a:extLst>
              </a:tr>
              <a:tr h="1281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Class system_function_control</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a:effectLst/>
                          <a:latin typeface="Noto Sans" panose="020B0502040504020204" pitchFamily="34" charset="0"/>
                          <a:ea typeface="Noto Sans" panose="020B0502040504020204" pitchFamily="34" charset="0"/>
                          <a:cs typeface="Noto Sans" panose="020B0502040504020204" pitchFamily="34" charset="0"/>
                        </a:rPr>
                        <a:t>Điều khiển toàn bộ hệ thống: đăng ký, đăng nhập, menu người dùng/quản trị viên, nạp tiền, thông báo.</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Trung tâm điều khiển, cung cấp giao diện và logic chính của hệ thống.</a:t>
                      </a:r>
                    </a:p>
                    <a:p>
                      <a:pPr algn="ctr"/>
                      <a:endParaRPr lang="en-US">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1378665127"/>
                  </a:ext>
                </a:extLst>
              </a:tr>
            </a:tbl>
          </a:graphicData>
        </a:graphic>
      </p:graphicFrame>
    </p:spTree>
    <p:extLst>
      <p:ext uri="{BB962C8B-B14F-4D97-AF65-F5344CB8AC3E}">
        <p14:creationId xmlns:p14="http://schemas.microsoft.com/office/powerpoint/2010/main" val="1538747905"/>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A16CFFD9-68FC-ABBA-8439-29D4A80CAF3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46681A8-3AF6-2C8D-E934-F38CB2CD980C}"/>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C339261A-16F4-E7FB-E9B4-8AC646430580}"/>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4" name="Group 4">
            <a:extLst>
              <a:ext uri="{FF2B5EF4-FFF2-40B4-BE49-F238E27FC236}">
                <a16:creationId xmlns:a16="http://schemas.microsoft.com/office/drawing/2014/main" id="{A8757DDA-68BA-8CBC-C29F-72086750BC31}"/>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0A217B3B-A592-B96C-809E-7464A7F06446}"/>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p>
          </p:txBody>
        </p:sp>
      </p:grpSp>
      <p:grpSp>
        <p:nvGrpSpPr>
          <p:cNvPr id="6" name="Group 6">
            <a:extLst>
              <a:ext uri="{FF2B5EF4-FFF2-40B4-BE49-F238E27FC236}">
                <a16:creationId xmlns:a16="http://schemas.microsoft.com/office/drawing/2014/main" id="{83C26882-E0B0-4702-8296-DD53EBF2C24B}"/>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AC4E0DD2-D88B-8B7A-D476-280EE8E347A5}"/>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8" name="Group 8">
            <a:extLst>
              <a:ext uri="{FF2B5EF4-FFF2-40B4-BE49-F238E27FC236}">
                <a16:creationId xmlns:a16="http://schemas.microsoft.com/office/drawing/2014/main" id="{24763D4E-4B2A-9F8D-A2DE-8DC5B03A7D71}"/>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346F3F5B-7936-782D-593A-208AADFE11B6}"/>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10" name="Group 10">
            <a:extLst>
              <a:ext uri="{FF2B5EF4-FFF2-40B4-BE49-F238E27FC236}">
                <a16:creationId xmlns:a16="http://schemas.microsoft.com/office/drawing/2014/main" id="{1F42A7C5-6229-D31E-7626-A99E6A879E9D}"/>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FDFE3B78-DBAA-9B77-17EE-CAE22327B8AF}"/>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p>
          </p:txBody>
        </p:sp>
      </p:grpSp>
      <p:grpSp>
        <p:nvGrpSpPr>
          <p:cNvPr id="12" name="Group 12">
            <a:extLst>
              <a:ext uri="{FF2B5EF4-FFF2-40B4-BE49-F238E27FC236}">
                <a16:creationId xmlns:a16="http://schemas.microsoft.com/office/drawing/2014/main" id="{460097A9-F370-8AE3-A729-9952895CF63B}"/>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69785530-E696-ACBD-D829-073A55EAB7C6}"/>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14" name="Group 14">
            <a:extLst>
              <a:ext uri="{FF2B5EF4-FFF2-40B4-BE49-F238E27FC236}">
                <a16:creationId xmlns:a16="http://schemas.microsoft.com/office/drawing/2014/main" id="{F1CDBF34-C6BC-0E9E-F60D-4BC1943C4D71}"/>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9A16F2BC-0983-243D-D495-57F6EE4514BB}"/>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sp>
        <p:nvSpPr>
          <p:cNvPr id="19" name="Rectangle 18">
            <a:extLst>
              <a:ext uri="{FF2B5EF4-FFF2-40B4-BE49-F238E27FC236}">
                <a16:creationId xmlns:a16="http://schemas.microsoft.com/office/drawing/2014/main" id="{ABEE97A2-42B4-3DC6-53A4-F5E6C9C1F5B3}"/>
              </a:ext>
            </a:extLst>
          </p:cNvPr>
          <p:cNvSpPr/>
          <p:nvPr/>
        </p:nvSpPr>
        <p:spPr>
          <a:xfrm>
            <a:off x="1447800" y="784299"/>
            <a:ext cx="7696200" cy="10826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b="1">
                <a:latin typeface="Noto Sans" panose="020B0502040504020204" pitchFamily="34" charset="0"/>
                <a:ea typeface="Noto Sans" panose="020B0502040504020204" pitchFamily="34" charset="0"/>
                <a:cs typeface="Noto Sans" panose="020B0502040504020204" pitchFamily="34" charset="0"/>
              </a:rPr>
              <a:t>IV.</a:t>
            </a:r>
            <a:r>
              <a:rPr lang="en-US" sz="3200" b="1">
                <a:latin typeface="Noto Sans" panose="020B0502040504020204" pitchFamily="34" charset="0"/>
                <a:ea typeface="Noto Sans" panose="020B0502040504020204" pitchFamily="34" charset="0"/>
                <a:cs typeface="Noto Sans" panose="020B0502040504020204" pitchFamily="34" charset="0"/>
              </a:rPr>
              <a:t> Các Hàm và Class Quan trọng</a:t>
            </a:r>
          </a:p>
          <a:p>
            <a:endParaRPr lang="en-US" sz="3200" b="1">
              <a:effectLst/>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8" name="Table 17">
            <a:extLst>
              <a:ext uri="{FF2B5EF4-FFF2-40B4-BE49-F238E27FC236}">
                <a16:creationId xmlns:a16="http://schemas.microsoft.com/office/drawing/2014/main" id="{683B8A52-C5EA-FCE0-6EA1-9566FC9098C6}"/>
              </a:ext>
            </a:extLst>
          </p:cNvPr>
          <p:cNvGraphicFramePr>
            <a:graphicFrameLocks noGrp="1"/>
          </p:cNvGraphicFramePr>
          <p:nvPr>
            <p:extLst>
              <p:ext uri="{D42A27DB-BD31-4B8C-83A1-F6EECF244321}">
                <p14:modId xmlns:p14="http://schemas.microsoft.com/office/powerpoint/2010/main" val="3655819623"/>
              </p:ext>
            </p:extLst>
          </p:nvPr>
        </p:nvGraphicFramePr>
        <p:xfrm>
          <a:off x="2057400" y="1963992"/>
          <a:ext cx="14173200" cy="7370508"/>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3704763577"/>
                    </a:ext>
                  </a:extLst>
                </a:gridCol>
                <a:gridCol w="5257800">
                  <a:extLst>
                    <a:ext uri="{9D8B030D-6E8A-4147-A177-3AD203B41FA5}">
                      <a16:colId xmlns:a16="http://schemas.microsoft.com/office/drawing/2014/main" val="346093038"/>
                    </a:ext>
                  </a:extLst>
                </a:gridCol>
                <a:gridCol w="4800600">
                  <a:extLst>
                    <a:ext uri="{9D8B030D-6E8A-4147-A177-3AD203B41FA5}">
                      <a16:colId xmlns:a16="http://schemas.microsoft.com/office/drawing/2014/main" val="3818092019"/>
                    </a:ext>
                  </a:extLst>
                </a:gridCol>
              </a:tblGrid>
              <a:tr h="1123218">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Class/ham</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Mô tả</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Ý nghía</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2746961599"/>
                  </a:ext>
                </a:extLst>
              </a:tr>
              <a:tr h="1123218">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Hàm ke_bang()</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Vẽ bảng với tiêu đề và độ rộng cột tùy chỉnh.</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effectLst/>
                          <a:latin typeface="Noto Sans" panose="020B0502040504020204" pitchFamily="34" charset="0"/>
                          <a:ea typeface="Noto Sans" panose="020B0502040504020204" pitchFamily="34" charset="0"/>
                          <a:cs typeface="Noto Sans" panose="020B0502040504020204" pitchFamily="34" charset="0"/>
                        </a:rPr>
                        <a:t>Hiển thị dữ liệu dạng bảng (xe, người dùng, lịch sử).</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4129355297"/>
                  </a:ext>
                </a:extLst>
              </a:tr>
              <a:tr h="1281018">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Hàm save_info()</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sz="1800">
                          <a:effectLst/>
                          <a:latin typeface="Noto Sans" panose="020B0502040504020204" pitchFamily="34" charset="0"/>
                          <a:ea typeface="Noto Sans" panose="020B0502040504020204" pitchFamily="34" charset="0"/>
                          <a:cs typeface="Noto Sans" panose="020B0502040504020204" pitchFamily="34" charset="0"/>
                        </a:rPr>
                        <a:t>Lưu thông tin người dùng vào tệp .txt.</a:t>
                      </a:r>
                    </a:p>
                    <a:p>
                      <a:pPr marL="0" marR="0" lvl="0" indent="0" algn="ctr" defTabSz="914400" rtl="0" eaLnBrk="1" fontAlgn="auto" latinLnBrk="0" hangingPunct="1">
                        <a:lnSpc>
                          <a:spcPct val="100000"/>
                        </a:lnSpc>
                        <a:spcBef>
                          <a:spcPts val="0"/>
                        </a:spcBef>
                        <a:spcAft>
                          <a:spcPts val="0"/>
                        </a:spcAft>
                        <a:buClrTx/>
                        <a:buSzTx/>
                        <a:buFontTx/>
                        <a:buNone/>
                        <a:tabLst/>
                        <a:defRPr/>
                      </a:pPr>
                      <a:r>
                        <a:rPr lang="vi-VN" sz="1800">
                          <a:effectLst/>
                          <a:latin typeface="Noto Sans" panose="020B0502040504020204" pitchFamily="34" charset="0"/>
                          <a:ea typeface="Noto Sans" panose="020B0502040504020204" pitchFamily="34" charset="0"/>
                          <a:cs typeface="Noto Sans" panose="020B0502040504020204" pitchFamily="34" charset="0"/>
                        </a:rPr>
                        <a:t>.</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effectLst/>
                          <a:latin typeface="Noto Sans" panose="020B0502040504020204" pitchFamily="34" charset="0"/>
                          <a:ea typeface="Noto Sans" panose="020B0502040504020204" pitchFamily="34" charset="0"/>
                          <a:cs typeface="Noto Sans" panose="020B0502040504020204" pitchFamily="34" charset="0"/>
                        </a:rPr>
                        <a:t>Đảm bảo lưu trữ bền vững thông tin người dùng.</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3852450367"/>
                  </a:ext>
                </a:extLst>
              </a:tr>
              <a:tr h="1281018">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Hàm dang_ky_giu_xe()</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effectLst/>
                          <a:latin typeface="Noto Sans" panose="020B0502040504020204" pitchFamily="34" charset="0"/>
                          <a:ea typeface="Noto Sans" panose="020B0502040504020204" pitchFamily="34" charset="0"/>
                          <a:cs typeface="Noto Sans" panose="020B0502040504020204" pitchFamily="34" charset="0"/>
                        </a:rPr>
                        <a:t>Đăng ký gửi xe, kiểm tra trùng biển số, lưu vào tệp.</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Quản lý việc gửi xe qua ngày, đảm bảo không trùng lặp.</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4009371726"/>
                  </a:ext>
                </a:extLst>
              </a:tr>
              <a:tr h="1281018">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Hàm lay_xe()</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effectLst/>
                          <a:latin typeface="Noto Sans" panose="020B0502040504020204" pitchFamily="34" charset="0"/>
                          <a:ea typeface="Noto Sans" panose="020B0502040504020204" pitchFamily="34" charset="0"/>
                          <a:cs typeface="Noto Sans" panose="020B0502040504020204" pitchFamily="34" charset="0"/>
                        </a:rPr>
                        <a:t>Xử lý lấy xe, tính phí, cập nhật số dư, ghi lịch sử lấy xe.</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Tự động hóa quy trình lấy xe và thanh toán.</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96640636"/>
                  </a:ext>
                </a:extLst>
              </a:tr>
              <a:tr h="1281018">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Hàm dinh_dang_thoi_gian()</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Chuyển đổi thời gian (string) sang giây (time_t) để tính toán.</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en-US" sz="1800">
                          <a:effectLst/>
                          <a:latin typeface="Noto Sans" panose="020B0502040504020204" pitchFamily="34" charset="0"/>
                          <a:ea typeface="Noto Sans" panose="020B0502040504020204" pitchFamily="34" charset="0"/>
                          <a:cs typeface="Noto Sans" panose="020B0502040504020204" pitchFamily="34" charset="0"/>
                        </a:rPr>
                        <a:t>Hỗ trợ tính phí gửi xe dựa trên thời gian chính xác.</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1378665127"/>
                  </a:ext>
                </a:extLst>
              </a:tr>
            </a:tbl>
          </a:graphicData>
        </a:graphic>
      </p:graphicFrame>
    </p:spTree>
    <p:extLst>
      <p:ext uri="{BB962C8B-B14F-4D97-AF65-F5344CB8AC3E}">
        <p14:creationId xmlns:p14="http://schemas.microsoft.com/office/powerpoint/2010/main" val="213327753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8B42864F-93D3-4D2E-8131-447C923E9E1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AB4D683-4548-1DD3-D970-1521B48F55F5}"/>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F1B35043-5943-6C11-8E72-B293EF9CD3C7}"/>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4" name="Group 4">
            <a:extLst>
              <a:ext uri="{FF2B5EF4-FFF2-40B4-BE49-F238E27FC236}">
                <a16:creationId xmlns:a16="http://schemas.microsoft.com/office/drawing/2014/main" id="{91016853-6922-3565-CF80-BE89EF6010E5}"/>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B2B63DF1-A0BC-1316-F802-362365833399}"/>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p>
          </p:txBody>
        </p:sp>
      </p:grpSp>
      <p:grpSp>
        <p:nvGrpSpPr>
          <p:cNvPr id="6" name="Group 6">
            <a:extLst>
              <a:ext uri="{FF2B5EF4-FFF2-40B4-BE49-F238E27FC236}">
                <a16:creationId xmlns:a16="http://schemas.microsoft.com/office/drawing/2014/main" id="{7DF2E37E-EA0A-4B0A-7F27-C04BA838EE58}"/>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470EDEB6-ABD6-C699-58DF-A4FC69323FDD}"/>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8" name="Group 8">
            <a:extLst>
              <a:ext uri="{FF2B5EF4-FFF2-40B4-BE49-F238E27FC236}">
                <a16:creationId xmlns:a16="http://schemas.microsoft.com/office/drawing/2014/main" id="{B6AAFCC1-694E-07B0-24DD-2A1C4373F617}"/>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9E0A61CC-24F8-8F94-1308-06BCD34EAF78}"/>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10" name="Group 10">
            <a:extLst>
              <a:ext uri="{FF2B5EF4-FFF2-40B4-BE49-F238E27FC236}">
                <a16:creationId xmlns:a16="http://schemas.microsoft.com/office/drawing/2014/main" id="{13170C7D-0BCC-DA7D-4C46-EA77B66F57F6}"/>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A2F7C6C4-A28E-CE30-1ADE-D8BCD6A3AF58}"/>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p>
          </p:txBody>
        </p:sp>
      </p:grpSp>
      <p:grpSp>
        <p:nvGrpSpPr>
          <p:cNvPr id="12" name="Group 12">
            <a:extLst>
              <a:ext uri="{FF2B5EF4-FFF2-40B4-BE49-F238E27FC236}">
                <a16:creationId xmlns:a16="http://schemas.microsoft.com/office/drawing/2014/main" id="{94BCCD14-90A6-B98D-4A8F-3856432DB52A}"/>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68B088B8-DC97-DF10-16BE-798179CA144F}"/>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14" name="Group 14">
            <a:extLst>
              <a:ext uri="{FF2B5EF4-FFF2-40B4-BE49-F238E27FC236}">
                <a16:creationId xmlns:a16="http://schemas.microsoft.com/office/drawing/2014/main" id="{3452A86F-A456-1217-810E-F43B21567AB3}"/>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34B64E8C-83C9-5EAB-3F61-7809CB0E9079}"/>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sp>
        <p:nvSpPr>
          <p:cNvPr id="19" name="Rectangle 18">
            <a:extLst>
              <a:ext uri="{FF2B5EF4-FFF2-40B4-BE49-F238E27FC236}">
                <a16:creationId xmlns:a16="http://schemas.microsoft.com/office/drawing/2014/main" id="{5E3F4DE3-F752-688C-22A0-D14FDFE19019}"/>
              </a:ext>
            </a:extLst>
          </p:cNvPr>
          <p:cNvSpPr/>
          <p:nvPr/>
        </p:nvSpPr>
        <p:spPr>
          <a:xfrm>
            <a:off x="1447800" y="784299"/>
            <a:ext cx="7010400" cy="10826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3200" b="1">
                <a:latin typeface="Noto Sans" panose="020B0502040504020204" pitchFamily="34" charset="0"/>
                <a:ea typeface="Noto Sans" panose="020B0502040504020204" pitchFamily="34" charset="0"/>
                <a:cs typeface="Noto Sans" panose="020B0502040504020204" pitchFamily="34" charset="0"/>
              </a:rPr>
              <a:t>V.</a:t>
            </a:r>
            <a:r>
              <a:rPr lang="en-US" sz="3200" b="1">
                <a:latin typeface="Noto Sans" panose="020B0502040504020204" pitchFamily="34" charset="0"/>
                <a:ea typeface="Noto Sans" panose="020B0502040504020204" pitchFamily="34" charset="0"/>
                <a:cs typeface="Noto Sans" panose="020B0502040504020204" pitchFamily="34" charset="0"/>
              </a:rPr>
              <a:t> </a:t>
            </a:r>
            <a:r>
              <a:rPr lang="vi-VN" sz="3200" b="1">
                <a:latin typeface="Noto Sans" panose="020B0502040504020204" pitchFamily="34" charset="0"/>
                <a:ea typeface="Noto Sans" panose="020B0502040504020204" pitchFamily="34" charset="0"/>
                <a:cs typeface="Noto Sans" panose="020B0502040504020204" pitchFamily="34" charset="0"/>
              </a:rPr>
              <a:t>Quy trình chính của hệ thống</a:t>
            </a:r>
            <a:endParaRPr lang="en-US" sz="3200" b="1">
              <a:effectLst/>
              <a:latin typeface="Noto Sans" panose="020B0502040504020204" pitchFamily="34" charset="0"/>
              <a:ea typeface="Noto Sans" panose="020B0502040504020204" pitchFamily="34" charset="0"/>
              <a:cs typeface="Noto Sans" panose="020B0502040504020204" pitchFamily="34" charset="0"/>
            </a:endParaRPr>
          </a:p>
        </p:txBody>
      </p:sp>
      <p:sp>
        <p:nvSpPr>
          <p:cNvPr id="16" name="Rectangle 15">
            <a:extLst>
              <a:ext uri="{FF2B5EF4-FFF2-40B4-BE49-F238E27FC236}">
                <a16:creationId xmlns:a16="http://schemas.microsoft.com/office/drawing/2014/main" id="{5558B72D-0FF5-4FEC-15E5-8DABC378E7F6}"/>
              </a:ext>
            </a:extLst>
          </p:cNvPr>
          <p:cNvSpPr/>
          <p:nvPr/>
        </p:nvSpPr>
        <p:spPr>
          <a:xfrm>
            <a:off x="2331538" y="1866900"/>
            <a:ext cx="13624924" cy="6736389"/>
          </a:xfrm>
          <a:prstGeom prst="rect">
            <a:avLst/>
          </a:prstGeom>
          <a:blipFill dpi="0" rotWithShape="1">
            <a:blip r:embed="rId3">
              <a:extLst>
                <a:ext uri="{28A0092B-C50C-407E-A947-70E740481C1C}">
                  <a14:useLocalDpi xmlns:a14="http://schemas.microsoft.com/office/drawing/2010/main" val="0"/>
                </a:ext>
              </a:extLst>
            </a:blip>
            <a:srcRect/>
            <a:stretch>
              <a:fillRect l="12616" r="12616"/>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DBDB2B4-25FD-045A-025F-99245DB62A87}"/>
              </a:ext>
            </a:extLst>
          </p:cNvPr>
          <p:cNvSpPr/>
          <p:nvPr/>
        </p:nvSpPr>
        <p:spPr>
          <a:xfrm>
            <a:off x="2971800" y="9137778"/>
            <a:ext cx="11506200" cy="56092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a:latin typeface="Noto Sans" panose="020B0502040504020204" pitchFamily="34" charset="0"/>
                <a:ea typeface="Noto Sans" panose="020B0502040504020204" pitchFamily="34" charset="0"/>
                <a:cs typeface="Noto Sans" panose="020B0502040504020204" pitchFamily="34" charset="0"/>
              </a:rPr>
              <a:t>Lưu ý: đây là quy trình hoạt động, không khải lưu đồ giải thuật</a:t>
            </a:r>
            <a:endParaRPr lang="en-US">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7706604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9429DC17-A927-7DE1-A732-AF1B82A62095}"/>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6D0AE3C-C87A-7DF4-34D3-19AD7A431DD3}"/>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223DA5D5-2865-2535-711D-24312120FEDF}"/>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98D316CE-E741-CE68-FCC0-685C0ABA80EC}"/>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1FFF241F-F91B-0D9C-F470-2191D50C0181}"/>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591584C6-ADCC-1242-CE2E-ED55BD74C96B}"/>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E83548C0-E31F-6EA3-BC85-893148CAF2BC}"/>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3CC2F566-8E8B-F8D4-819F-B3BF4181348E}"/>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BFC6ECAB-1AE7-9B0B-52BF-48DC3BE782E5}"/>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E3B8640C-6923-9405-46C6-C415176E61CD}"/>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4FA4C107-51A5-831E-B01A-B2710CB71E93}"/>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1B500F22-082F-5972-0CCF-A26A576BA769}"/>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8FCB06BE-D4A9-4139-B07D-D18BC1F57398}"/>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83F78135-06EB-CBCB-6F9A-BD525B5FCBEE}"/>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A9672E50-331E-CB3D-6F76-4F5777E96291}"/>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08B5852F-BD00-B858-18D8-50EB0698746B}"/>
              </a:ext>
            </a:extLst>
          </p:cNvPr>
          <p:cNvSpPr/>
          <p:nvPr/>
        </p:nvSpPr>
        <p:spPr>
          <a:xfrm>
            <a:off x="786685" y="390050"/>
            <a:ext cx="8534402"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0BEBD43B-0CFE-5753-ED9E-849B03A30265}"/>
              </a:ext>
            </a:extLst>
          </p:cNvPr>
          <p:cNvSpPr/>
          <p:nvPr/>
        </p:nvSpPr>
        <p:spPr>
          <a:xfrm>
            <a:off x="3581400" y="2804789"/>
            <a:ext cx="11353800" cy="2438400"/>
          </a:xfrm>
          <a:prstGeom prst="rect">
            <a:avLst/>
          </a:prstGeom>
          <a:blipFill dpi="0" rotWithShape="1">
            <a:blip r:embed="rId3">
              <a:extLst>
                <a:ext uri="{28A0092B-C50C-407E-A947-70E740481C1C}">
                  <a14:useLocalDpi xmlns:a14="http://schemas.microsoft.com/office/drawing/2010/main" val="0"/>
                </a:ext>
              </a:extLst>
            </a:blip>
            <a:srcRect/>
            <a:stretch>
              <a:fillRect t="-9375" b="-11395"/>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2EEA85D5-E7AB-AB46-A6F4-005F4294E548}"/>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1. Giao diện menu hệ thống</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293F025A-CF1C-B9A0-5A9F-D307C970C8F3}"/>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Menu chính</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99B5C69C-9202-5BAB-4D3E-BD1FDB310B4C}"/>
              </a:ext>
            </a:extLst>
          </p:cNvPr>
          <p:cNvSpPr/>
          <p:nvPr/>
        </p:nvSpPr>
        <p:spPr>
          <a:xfrm>
            <a:off x="5753100" y="6209889"/>
            <a:ext cx="7010400" cy="2438400"/>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2" name="Rectangle 21">
            <a:extLst>
              <a:ext uri="{FF2B5EF4-FFF2-40B4-BE49-F238E27FC236}">
                <a16:creationId xmlns:a16="http://schemas.microsoft.com/office/drawing/2014/main" id="{DDD84E9C-0960-C7A6-6DB8-0C18751E4C3E}"/>
              </a:ext>
            </a:extLst>
          </p:cNvPr>
          <p:cNvSpPr/>
          <p:nvPr/>
        </p:nvSpPr>
        <p:spPr>
          <a:xfrm>
            <a:off x="2895600" y="5318978"/>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Menu đăng nhập</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262097045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1E776622-4A49-68EE-2038-3CE571982DA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16C3A70-93BA-C675-2CF6-3E30106C8D63}"/>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EEA43623-094F-7824-D0DC-54549CA1EC04}"/>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EBF2618F-76C5-4944-9820-0723FEA0BE56}"/>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265764E5-2866-B523-5739-54D5EE8CAF92}"/>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051C2780-690F-6951-4171-35E33C15D734}"/>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0EABF60C-290E-CAD4-840E-974A6273261D}"/>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943C6732-FCAD-1F6A-1C68-9866D152E7D6}"/>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BD6D0DC5-3765-ACD8-73EE-175220EE3D8E}"/>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ADBCC517-BEB6-C563-CE76-6723C4718DC2}"/>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27EC31B9-95E3-97B3-71B1-1CD5C54FA9B4}"/>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37718B55-5992-230F-020F-D82D515DECF0}"/>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B27BD1B7-F4BB-39AC-08E3-04D86C943686}"/>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1E5B54DD-F967-DD8E-F15A-3C47E0349B01}"/>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016002D9-1B30-1127-2534-CBC7B6E690CB}"/>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D9A1DD91-BEFB-948E-24BC-1D6B461D2544}"/>
              </a:ext>
            </a:extLst>
          </p:cNvPr>
          <p:cNvSpPr/>
          <p:nvPr/>
        </p:nvSpPr>
        <p:spPr>
          <a:xfrm>
            <a:off x="495301" y="390050"/>
            <a:ext cx="88392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2174BC04-76BF-607F-A6D8-03D1F8F00CBE}"/>
              </a:ext>
            </a:extLst>
          </p:cNvPr>
          <p:cNvSpPr/>
          <p:nvPr/>
        </p:nvSpPr>
        <p:spPr>
          <a:xfrm>
            <a:off x="3467100" y="3069144"/>
            <a:ext cx="11353800" cy="5081911"/>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07BBCD20-1C6C-8B81-0441-41A67CE44A07}"/>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1. Giao diện menu hệ thống</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C73EFC14-87C9-185D-F476-A9C1B5D72F50}"/>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Menu chính quản trị viên (admin)</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84874780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3C507798-139A-BAC9-B65D-652C7156B29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C4D8F86E-855D-FE67-B475-251D15BDBF03}"/>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7C519325-BDB0-616B-2F76-B9915ADD0ED2}"/>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C11D3CBB-DDC4-5AFB-90C3-D6E75996DB71}"/>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9CE2E0C4-403B-00BE-30E6-CF2188FD9115}"/>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39BF382E-3C38-3803-5491-5603544B9BD7}"/>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8299AECC-35CE-0718-AAA0-867638FEEB29}"/>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DEBF6B6E-1213-1647-28F1-7959FFB85DC1}"/>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70E9DE8D-AA3B-C37B-CCF4-5B6A152B1523}"/>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CBC57D76-69CC-F986-CC77-4A433D240910}"/>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A0482E30-42E6-537A-A609-75504D84B7D4}"/>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23C48349-FC28-DACA-D581-7E5468612098}"/>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A03EE094-0ACD-2D95-6A92-AD65F113DB8E}"/>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80FE7038-EB0E-1D6F-BD68-A182933B181C}"/>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9395804E-3906-953E-7513-AA030660D6E2}"/>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DFD15D03-117F-707A-5890-A6EA87315D45}"/>
              </a:ext>
            </a:extLst>
          </p:cNvPr>
          <p:cNvSpPr/>
          <p:nvPr/>
        </p:nvSpPr>
        <p:spPr>
          <a:xfrm>
            <a:off x="1371600" y="386467"/>
            <a:ext cx="7379398"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F08BBCFF-B32E-12A1-9FBA-37E02577DE59}"/>
              </a:ext>
            </a:extLst>
          </p:cNvPr>
          <p:cNvSpPr/>
          <p:nvPr/>
        </p:nvSpPr>
        <p:spPr>
          <a:xfrm>
            <a:off x="3467100" y="3086077"/>
            <a:ext cx="11353800" cy="5350956"/>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A3F66287-D94B-5445-9699-EDEBF63B227E}"/>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1. Giao diện menu hệ thống</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0EF3C243-8E0F-461C-DCAC-64BB460CA902}"/>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Menu chính người dùng (users)</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143317448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77A8CC68-EE1B-8C59-8B64-A34034A3CF36}"/>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9AF6403C-3612-C332-2FC4-D1F4689A6DF3}"/>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5D32F79D-2C4A-E749-81A3-FB3BC44083E6}"/>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BD641D89-3E66-1779-8396-569628AC2B59}"/>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DC9CE830-F8D6-4D68-F9BE-86DF1614CBFC}"/>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F00B6F07-B82B-CF43-A2DC-56610449E78B}"/>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79085143-32DE-FE6E-ED03-B36EF5509742}"/>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3ADD4CB0-5302-B108-C23D-5018476CB059}"/>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20F43629-40A3-2F03-6F93-626341157D2F}"/>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3F71A279-3B4F-5504-5A51-F17BA5FDD50A}"/>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4E2C3B1B-EE05-F2F8-4A39-F7A3BA9C649E}"/>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61755A8C-D34F-12FD-1DCB-1C89A54EAC28}"/>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D38C0074-6889-24E6-BA1A-50131693E9A1}"/>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5A967372-0A52-8680-7284-A2AB37F69D67}"/>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738E0435-FAD0-3D82-BC20-BAB5BE830F8F}"/>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B80291FF-DAA9-A910-22CB-B268E599F030}"/>
              </a:ext>
            </a:extLst>
          </p:cNvPr>
          <p:cNvSpPr/>
          <p:nvPr/>
        </p:nvSpPr>
        <p:spPr>
          <a:xfrm>
            <a:off x="1371600" y="386467"/>
            <a:ext cx="73152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8836E394-58E5-5206-481C-32B59F3630AF}"/>
              </a:ext>
            </a:extLst>
          </p:cNvPr>
          <p:cNvSpPr/>
          <p:nvPr/>
        </p:nvSpPr>
        <p:spPr>
          <a:xfrm>
            <a:off x="3429000" y="3011111"/>
            <a:ext cx="5486400" cy="1903789"/>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C67787A6-A8A3-4D99-A567-C9530A269F82}"/>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Chức năng chính</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7CA48D2D-9A8D-3993-AB6B-4E4725A71872}"/>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Thêm phương tiện (users)</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63E057E0-1A4E-BDF6-747F-00813A3C8735}"/>
              </a:ext>
            </a:extLst>
          </p:cNvPr>
          <p:cNvSpPr/>
          <p:nvPr/>
        </p:nvSpPr>
        <p:spPr>
          <a:xfrm>
            <a:off x="10210800" y="3011110"/>
            <a:ext cx="5334000" cy="1903789"/>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3" name="Arrow: Right 22">
            <a:extLst>
              <a:ext uri="{FF2B5EF4-FFF2-40B4-BE49-F238E27FC236}">
                <a16:creationId xmlns:a16="http://schemas.microsoft.com/office/drawing/2014/main" id="{D53AD7D2-43DD-E6FB-0C46-0CC289E2CB17}"/>
              </a:ext>
            </a:extLst>
          </p:cNvPr>
          <p:cNvSpPr/>
          <p:nvPr/>
        </p:nvSpPr>
        <p:spPr>
          <a:xfrm>
            <a:off x="9144000" y="3771900"/>
            <a:ext cx="838200" cy="5334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4" name="Rectangle 23">
            <a:extLst>
              <a:ext uri="{FF2B5EF4-FFF2-40B4-BE49-F238E27FC236}">
                <a16:creationId xmlns:a16="http://schemas.microsoft.com/office/drawing/2014/main" id="{B8F0DB6C-851F-EDE6-92B0-844197802374}"/>
              </a:ext>
            </a:extLst>
          </p:cNvPr>
          <p:cNvSpPr/>
          <p:nvPr/>
        </p:nvSpPr>
        <p:spPr>
          <a:xfrm>
            <a:off x="3429000" y="5372101"/>
            <a:ext cx="12115800" cy="60959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vi-VN">
                <a:latin typeface="Noto Sans" panose="020B0502040504020204" pitchFamily="34" charset="0"/>
                <a:ea typeface="Noto Sans" panose="020B0502040504020204" pitchFamily="34" charset="0"/>
                <a:cs typeface="Noto Sans" panose="020B0502040504020204" pitchFamily="34" charset="0"/>
              </a:rPr>
              <a:t>Sau khi nhập biển số thì thông tin của phương tiện sẽ được lưu vào file txt tương ứng với lựa chọn loại xe ban đầu, xe máy thì lưu vào “xe_may.txt”, oto thì lưu vào “xe_may.txt”, như hình dưới.</a:t>
            </a: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5" name="Rectangle 24">
            <a:extLst>
              <a:ext uri="{FF2B5EF4-FFF2-40B4-BE49-F238E27FC236}">
                <a16:creationId xmlns:a16="http://schemas.microsoft.com/office/drawing/2014/main" id="{3D228972-DCF8-1539-2589-56E3CDCD52D7}"/>
              </a:ext>
            </a:extLst>
          </p:cNvPr>
          <p:cNvSpPr/>
          <p:nvPr/>
        </p:nvSpPr>
        <p:spPr>
          <a:xfrm>
            <a:off x="5448300" y="6842979"/>
            <a:ext cx="8229600" cy="1903789"/>
          </a:xfrm>
          <a:prstGeom prst="rect">
            <a:avLst/>
          </a:prstGeom>
          <a:blipFill dpi="0" rotWithShape="1">
            <a:blip r:embed="rId5">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55790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29DCE61A-0F28-90DC-F8C9-371B3734156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406041C-24A2-D237-C102-CE26320BE8B1}"/>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03D6B2E0-61D5-4BF1-5CA1-E7791597F28A}"/>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2C9768D4-FF82-5DE8-D889-079F69F42810}"/>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94C80307-7C90-F9B8-FFA4-B7DCA4582262}"/>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A54F844C-B96C-5328-D7D4-E2BAEDC0C81F}"/>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30D060AF-5545-3C6D-1FAF-1C7F50A2322D}"/>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3F0B9C5D-ED12-921A-0771-046305BDFDB4}"/>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1CB41261-6132-DDD3-28BE-F077A9A1A3C6}"/>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EE469DBC-A8FC-0132-DF3B-6C96377AF209}"/>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6041972C-54E4-333F-7A2F-5C8A11DD362F}"/>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5874F839-E8D0-D2D1-7E87-70F6D87180E8}"/>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7C8E840D-A8B4-EB63-4EC5-5B06DFE170D2}"/>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30156EE2-8C41-2E25-AF12-FDFE617FA31D}"/>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67AD573D-4E91-9D91-5C4E-3251D6325F98}"/>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173A6624-4E62-8668-9823-00EA44908968}"/>
              </a:ext>
            </a:extLst>
          </p:cNvPr>
          <p:cNvSpPr/>
          <p:nvPr/>
        </p:nvSpPr>
        <p:spPr>
          <a:xfrm>
            <a:off x="1371600" y="386467"/>
            <a:ext cx="74676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6F8D77CB-DC4A-E93F-9C95-1ECBDA02E631}"/>
              </a:ext>
            </a:extLst>
          </p:cNvPr>
          <p:cNvSpPr/>
          <p:nvPr/>
        </p:nvSpPr>
        <p:spPr>
          <a:xfrm>
            <a:off x="3497179" y="2998411"/>
            <a:ext cx="5486400" cy="1903789"/>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497ADA54-4EB1-B256-8C45-4E0B15B5639B}"/>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Chức năng chính</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0552C013-93B6-EEB4-E7BC-E798D47FDAAD}"/>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Gửi xe vào bãi giữ xe (users)</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586CF31C-5C99-A99E-F786-72492E77480B}"/>
              </a:ext>
            </a:extLst>
          </p:cNvPr>
          <p:cNvSpPr/>
          <p:nvPr/>
        </p:nvSpPr>
        <p:spPr>
          <a:xfrm>
            <a:off x="11597640" y="800100"/>
            <a:ext cx="5334000" cy="3810000"/>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3" name="Arrow: Right 22">
            <a:extLst>
              <a:ext uri="{FF2B5EF4-FFF2-40B4-BE49-F238E27FC236}">
                <a16:creationId xmlns:a16="http://schemas.microsoft.com/office/drawing/2014/main" id="{9CF3DB6F-598C-67AE-9D75-E78D8AD5B709}"/>
              </a:ext>
            </a:extLst>
          </p:cNvPr>
          <p:cNvSpPr/>
          <p:nvPr/>
        </p:nvSpPr>
        <p:spPr>
          <a:xfrm>
            <a:off x="9338914" y="3238500"/>
            <a:ext cx="1964840" cy="5334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39C509FB-FFBA-3239-90F1-3EC3A946EF44}"/>
              </a:ext>
            </a:extLst>
          </p:cNvPr>
          <p:cNvSpPr/>
          <p:nvPr/>
        </p:nvSpPr>
        <p:spPr>
          <a:xfrm>
            <a:off x="11506200" y="5585197"/>
            <a:ext cx="5486400" cy="4148398"/>
          </a:xfrm>
          <a:prstGeom prst="rect">
            <a:avLst/>
          </a:prstGeom>
          <a:blipFill dpi="0" rotWithShape="1">
            <a:blip r:embed="rId5">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2" name="Rectangle 21">
            <a:extLst>
              <a:ext uri="{FF2B5EF4-FFF2-40B4-BE49-F238E27FC236}">
                <a16:creationId xmlns:a16="http://schemas.microsoft.com/office/drawing/2014/main" id="{646EFD11-2B82-7488-77B5-F421820B90FC}"/>
              </a:ext>
            </a:extLst>
          </p:cNvPr>
          <p:cNvSpPr/>
          <p:nvPr/>
        </p:nvSpPr>
        <p:spPr>
          <a:xfrm>
            <a:off x="11597640" y="8718678"/>
            <a:ext cx="4724400" cy="8382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7" name="Arrow: Right 26">
            <a:extLst>
              <a:ext uri="{FF2B5EF4-FFF2-40B4-BE49-F238E27FC236}">
                <a16:creationId xmlns:a16="http://schemas.microsoft.com/office/drawing/2014/main" id="{2522905E-C576-71F4-D959-849DBBAA9F3D}"/>
              </a:ext>
            </a:extLst>
          </p:cNvPr>
          <p:cNvSpPr/>
          <p:nvPr/>
        </p:nvSpPr>
        <p:spPr>
          <a:xfrm rot="5400000">
            <a:off x="13830300" y="4830948"/>
            <a:ext cx="838200" cy="5334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8" name="Rectangle 27">
            <a:extLst>
              <a:ext uri="{FF2B5EF4-FFF2-40B4-BE49-F238E27FC236}">
                <a16:creationId xmlns:a16="http://schemas.microsoft.com/office/drawing/2014/main" id="{58528A08-FA36-A665-75EF-243D68F0F4DF}"/>
              </a:ext>
            </a:extLst>
          </p:cNvPr>
          <p:cNvSpPr/>
          <p:nvPr/>
        </p:nvSpPr>
        <p:spPr>
          <a:xfrm>
            <a:off x="2895600" y="4902200"/>
            <a:ext cx="7315200" cy="397168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lnSpc>
                <a:spcPct val="150000"/>
              </a:lnSpc>
            </a:pPr>
            <a:r>
              <a:rPr lang="vi-VN" sz="2800">
                <a:latin typeface="Noto Sans" panose="020B0502040504020204" pitchFamily="34" charset="0"/>
                <a:ea typeface="Noto Sans" panose="020B0502040504020204" pitchFamily="34" charset="0"/>
                <a:cs typeface="Noto Sans" panose="020B0502040504020204" pitchFamily="34" charset="0"/>
              </a:rPr>
              <a:t>Sau khi chọn biện pháp gửi xe thì hệ thống yêu cầu nhập biển số xe cần gửi thông qua bảng thống những phương tiện cá nhân, người dùng không còn phải nhớ biển số xe cho lần gửi sau nữa</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13438843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8906F0D9-FAD7-5FC5-7234-9C5C42F84C3D}"/>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5ED2804-D77B-E34F-63F9-CAB1E4615A4A}"/>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8C317E79-A162-EE35-FC60-436AF7CC1C00}"/>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E47B52F2-1ECB-1AFC-A866-00A58C3DBF4E}"/>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6CB55BFD-8FC4-D155-4B88-00A5BF3802FE}"/>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4556033F-7677-C88F-466B-D3C22E827AB4}"/>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478FD67A-1264-54F7-815C-5A0C4D5ED5A6}"/>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122C0E74-E597-CB8D-7FF2-58BF32910573}"/>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993EB63B-FE48-0E35-9A85-8D5756970F38}"/>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CD721706-BB30-48DA-8522-0C78ED3586ED}"/>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DDFBEF76-F71F-67B8-F53F-C059ACB069F2}"/>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8C6348F1-18DC-CFBB-272A-A6DCDB4B89BC}"/>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7B2B921B-81F1-4F1D-4FCF-1BFAB034B466}"/>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D6B2101C-48B6-2A40-B76F-0EFD1071D653}"/>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E5E46FAD-1657-C1A9-B160-6AB8906A89CE}"/>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926A8438-C75D-5D40-98FC-7DD58E7E13DC}"/>
              </a:ext>
            </a:extLst>
          </p:cNvPr>
          <p:cNvSpPr/>
          <p:nvPr/>
        </p:nvSpPr>
        <p:spPr>
          <a:xfrm>
            <a:off x="1371600" y="386467"/>
            <a:ext cx="77724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68356249-90CC-0EC0-B4F8-2537DBF4F8AA}"/>
              </a:ext>
            </a:extLst>
          </p:cNvPr>
          <p:cNvSpPr/>
          <p:nvPr/>
        </p:nvSpPr>
        <p:spPr>
          <a:xfrm>
            <a:off x="3276600" y="2834422"/>
            <a:ext cx="12637800" cy="2767776"/>
          </a:xfrm>
          <a:prstGeom prst="rect">
            <a:avLst/>
          </a:prstGeom>
          <a:blipFill dpi="0" rotWithShape="1">
            <a:blip r:embed="rId3">
              <a:extLst>
                <a:ext uri="{28A0092B-C50C-407E-A947-70E740481C1C}">
                  <a14:useLocalDpi xmlns:a14="http://schemas.microsoft.com/office/drawing/2010/main" val="0"/>
                </a:ext>
              </a:extLst>
            </a:blip>
            <a:srcRect/>
            <a:stretch>
              <a:fillRect l="-1192" r="-1086"/>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52AE050B-41BF-963F-82B6-C78A479FBAD8}"/>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Chức năng chính</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38858048-87ED-4020-A6EF-D4745DA91DCE}"/>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Lấy xe (users)</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3" name="Arrow: Right 22">
            <a:extLst>
              <a:ext uri="{FF2B5EF4-FFF2-40B4-BE49-F238E27FC236}">
                <a16:creationId xmlns:a16="http://schemas.microsoft.com/office/drawing/2014/main" id="{A8701B86-872E-78E7-72AE-0C01BE1FD8D8}"/>
              </a:ext>
            </a:extLst>
          </p:cNvPr>
          <p:cNvSpPr/>
          <p:nvPr/>
        </p:nvSpPr>
        <p:spPr>
          <a:xfrm rot="5400000">
            <a:off x="9179606" y="5462329"/>
            <a:ext cx="683557" cy="1226429"/>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6" name="Rectangle 25">
            <a:extLst>
              <a:ext uri="{FF2B5EF4-FFF2-40B4-BE49-F238E27FC236}">
                <a16:creationId xmlns:a16="http://schemas.microsoft.com/office/drawing/2014/main" id="{4F116AE3-87DD-6DFB-9756-FA0CBA6F0562}"/>
              </a:ext>
            </a:extLst>
          </p:cNvPr>
          <p:cNvSpPr/>
          <p:nvPr/>
        </p:nvSpPr>
        <p:spPr>
          <a:xfrm>
            <a:off x="3276600" y="6548889"/>
            <a:ext cx="12637800" cy="2767776"/>
          </a:xfrm>
          <a:prstGeom prst="rect">
            <a:avLst/>
          </a:prstGeom>
          <a:blipFill dpi="0" rotWithShape="1">
            <a:blip r:embed="rId4">
              <a:extLst>
                <a:ext uri="{28A0092B-C50C-407E-A947-70E740481C1C}">
                  <a14:useLocalDpi xmlns:a14="http://schemas.microsoft.com/office/drawing/2010/main" val="0"/>
                </a:ext>
              </a:extLst>
            </a:blip>
            <a:srcRect/>
            <a:stretch>
              <a:fillRect t="-42866" b="-12596"/>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30" name="TextBox 29">
            <a:extLst>
              <a:ext uri="{FF2B5EF4-FFF2-40B4-BE49-F238E27FC236}">
                <a16:creationId xmlns:a16="http://schemas.microsoft.com/office/drawing/2014/main" id="{8F2729A5-7A45-7196-B30D-4855A177A70D}"/>
              </a:ext>
            </a:extLst>
          </p:cNvPr>
          <p:cNvSpPr txBox="1"/>
          <p:nvPr/>
        </p:nvSpPr>
        <p:spPr>
          <a:xfrm>
            <a:off x="4572000" y="4958834"/>
            <a:ext cx="9144000" cy="369332"/>
          </a:xfrm>
          <a:prstGeom prst="rect">
            <a:avLst/>
          </a:prstGeom>
          <a:noFill/>
        </p:spPr>
        <p:txBody>
          <a:bodyPr wrap="square">
            <a:spAutoFit/>
          </a:bodyPr>
          <a:lstStyle/>
          <a:p>
            <a:r>
              <a:rPr lang="en-US">
                <a:latin typeface="Noto Sans" panose="020B0502040504020204" pitchFamily="34" charset="0"/>
                <a:ea typeface="Noto Sans" panose="020B0502040504020204" pitchFamily="34" charset="0"/>
                <a:cs typeface="Noto Sans" panose="020B0502040504020204" pitchFamily="34" charset="0"/>
              </a:rPr>
              <a:t>Noto Sans</a:t>
            </a:r>
          </a:p>
        </p:txBody>
      </p:sp>
    </p:spTree>
    <p:extLst>
      <p:ext uri="{BB962C8B-B14F-4D97-AF65-F5344CB8AC3E}">
        <p14:creationId xmlns:p14="http://schemas.microsoft.com/office/powerpoint/2010/main" val="41502250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05BAAA3E-7C0D-7BF3-542C-7EE567C533DB}"/>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1C7AA0DF-6414-37E0-91C8-1C7263233BE2}"/>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E144721B-0E6A-FD2C-32C2-5324E149D046}"/>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9A7775A5-FEE2-0E96-EA58-542C8D6C2202}"/>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BFDFAC5D-89A2-AFC2-BBA8-C6DA454F7B00}"/>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7C52DE71-4D6C-4C65-0980-8E38A0F38479}"/>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70AA5840-D87F-12A5-D269-8E0AA753D395}"/>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3CFEB041-4B26-8401-F872-0814E9A457CA}"/>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E935D011-EF95-38EB-AC89-7B115C11F44B}"/>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DB472FA4-6EEE-F865-F6C8-C37A10CC751E}"/>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A9C5E074-DF07-D6CE-F56F-7B59571BE67B}"/>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88EE26DC-AEBC-60C5-2D78-1DD86A061ECC}"/>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F6BC3546-1F2D-1A25-D2DC-70887AA98E7B}"/>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6A1C0E1F-3A6B-6AD7-9993-BE4B4B709E96}"/>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B7587F6C-0659-9D4A-AA34-BF615177FC49}"/>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8100A3D6-2BBF-5988-DC1B-FDA0260C6E3D}"/>
              </a:ext>
            </a:extLst>
          </p:cNvPr>
          <p:cNvSpPr/>
          <p:nvPr/>
        </p:nvSpPr>
        <p:spPr>
          <a:xfrm>
            <a:off x="1371600" y="386467"/>
            <a:ext cx="72390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1623E874-F906-7660-120D-17CDBE6CBF98}"/>
              </a:ext>
            </a:extLst>
          </p:cNvPr>
          <p:cNvSpPr/>
          <p:nvPr/>
        </p:nvSpPr>
        <p:spPr>
          <a:xfrm>
            <a:off x="3276600" y="2834422"/>
            <a:ext cx="12637800" cy="2767776"/>
          </a:xfrm>
          <a:prstGeom prst="rect">
            <a:avLst/>
          </a:prstGeom>
          <a:blipFill dpi="0" rotWithShape="1">
            <a:blip r:embed="rId3">
              <a:extLst>
                <a:ext uri="{28A0092B-C50C-407E-A947-70E740481C1C}">
                  <a14:useLocalDpi xmlns:a14="http://schemas.microsoft.com/office/drawing/2010/main" val="0"/>
                </a:ext>
              </a:extLst>
            </a:blip>
            <a:srcRect/>
            <a:stretch>
              <a:fillRect l="-1192" r="-1086"/>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41B4D2FB-926E-0D56-6C0C-A643340303B7}"/>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Chức năng chính</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808482E0-433F-9AD7-31D7-2B8E4365CFCF}"/>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Lấy xe (users)</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3" name="Arrow: Right 22">
            <a:extLst>
              <a:ext uri="{FF2B5EF4-FFF2-40B4-BE49-F238E27FC236}">
                <a16:creationId xmlns:a16="http://schemas.microsoft.com/office/drawing/2014/main" id="{4709A3FD-F789-4B2D-33E8-1ABACDBA525B}"/>
              </a:ext>
            </a:extLst>
          </p:cNvPr>
          <p:cNvSpPr/>
          <p:nvPr/>
        </p:nvSpPr>
        <p:spPr>
          <a:xfrm rot="5400000">
            <a:off x="9179606" y="5462329"/>
            <a:ext cx="683557" cy="1226429"/>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6" name="Rectangle 25">
            <a:extLst>
              <a:ext uri="{FF2B5EF4-FFF2-40B4-BE49-F238E27FC236}">
                <a16:creationId xmlns:a16="http://schemas.microsoft.com/office/drawing/2014/main" id="{D62D018C-A710-1014-984C-A6B758817B2C}"/>
              </a:ext>
            </a:extLst>
          </p:cNvPr>
          <p:cNvSpPr/>
          <p:nvPr/>
        </p:nvSpPr>
        <p:spPr>
          <a:xfrm>
            <a:off x="3276600" y="6548889"/>
            <a:ext cx="12637800" cy="2767776"/>
          </a:xfrm>
          <a:prstGeom prst="rect">
            <a:avLst/>
          </a:prstGeom>
          <a:blipFill dpi="0" rotWithShape="1">
            <a:blip r:embed="rId4">
              <a:extLst>
                <a:ext uri="{28A0092B-C50C-407E-A947-70E740481C1C}">
                  <a14:useLocalDpi xmlns:a14="http://schemas.microsoft.com/office/drawing/2010/main" val="0"/>
                </a:ext>
              </a:extLst>
            </a:blip>
            <a:srcRect/>
            <a:stretch>
              <a:fillRect t="-42866" b="-12596"/>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159802413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344A5344-FAEF-F250-DD40-C41F57B5B2C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617B4BB4-00A0-325B-1046-1ABC2EE063CB}"/>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BF95EF2E-C0B4-AB67-33B4-09FB7A157DE2}"/>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D3C0B9CA-70D7-C39B-A35E-1BE6CB00B3CB}"/>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717085BC-BA05-0F38-522F-C05A7417307F}"/>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28EEDBC3-F431-B3FD-AA08-0BA617A9A9E9}"/>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B4F3D262-AEAD-44B7-ED01-EEFEBCF2DF74}"/>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6359C172-C015-A74B-63C0-3C94037F00D2}"/>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02074FA2-5887-B93D-82AF-4CEB65A18DA3}"/>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945BAE00-4BC5-A6D2-F5D1-005A29D23925}"/>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F89ECF70-4067-3902-1619-64D01EB8FD5A}"/>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1F1B9BE6-45AB-7131-0B8F-6F81E4903E4E}"/>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D23C87F7-32E2-0A98-FD5D-A3588B656668}"/>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DE311EB1-FD8C-3B48-9F64-AFD51EFC9C85}"/>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0A5ACD6F-D7AE-F500-C12B-328FE52CC714}"/>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CEC34F72-FFF0-2D46-8A2F-627858DC0393}"/>
              </a:ext>
            </a:extLst>
          </p:cNvPr>
          <p:cNvSpPr/>
          <p:nvPr/>
        </p:nvSpPr>
        <p:spPr>
          <a:xfrm>
            <a:off x="1371600" y="386467"/>
            <a:ext cx="73914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AA8675BB-BA0F-6760-F0B1-A0B88E985A74}"/>
              </a:ext>
            </a:extLst>
          </p:cNvPr>
          <p:cNvSpPr/>
          <p:nvPr/>
        </p:nvSpPr>
        <p:spPr>
          <a:xfrm>
            <a:off x="2880360" y="2998411"/>
            <a:ext cx="12420600" cy="2678489"/>
          </a:xfrm>
          <a:prstGeom prst="rect">
            <a:avLst/>
          </a:prstGeom>
          <a:blipFill dpi="0" rotWithShape="1">
            <a:blip r:embed="rId3">
              <a:extLst>
                <a:ext uri="{28A0092B-C50C-407E-A947-70E740481C1C}">
                  <a14:useLocalDpi xmlns:a14="http://schemas.microsoft.com/office/drawing/2010/main" val="0"/>
                </a:ext>
              </a:extLst>
            </a:blip>
            <a:srcRect/>
            <a:stretch>
              <a:fillRect l="44" r="-30034" b="-45518"/>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C7F71AAE-69BD-7D97-A2BC-B471D0848EBC}"/>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Chức năng chính</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C10616A2-74E1-72E1-F369-1F462F332434}"/>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Quản lí danh sách dữ liệu (admin)</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184601B9-8081-52ED-CB91-95376D110CFB}"/>
              </a:ext>
            </a:extLst>
          </p:cNvPr>
          <p:cNvSpPr/>
          <p:nvPr/>
        </p:nvSpPr>
        <p:spPr>
          <a:xfrm>
            <a:off x="2880360" y="6515100"/>
            <a:ext cx="12420600" cy="2678489"/>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2953919648"/>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5B0C5D02-F1C6-3657-73F9-8EFCB3BE560F}"/>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46536E6-D1E8-A55E-A92D-A8C49D06E95B}"/>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19E9AE6D-8D29-E872-6691-1D0842B65BB7}"/>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D0163E46-085B-DD5D-36D2-94860FA41163}"/>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CC5C1A39-988A-3501-529D-DAC0832EBF0C}"/>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47E01D05-3F40-C2FD-2699-00E56D065294}"/>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C051490F-D663-9621-8083-A267CE7F1D7F}"/>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0E115C48-35D2-02CB-AFFD-05106119C8FC}"/>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8F56F7CD-519D-1A80-37BA-F3F5ED679341}"/>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D37A3F1F-3F0E-F5D9-9BE4-77EC809FCF1E}"/>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E03B98B3-DCCF-0478-D2E5-D55DFD96594D}"/>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7E5563FC-E4C9-2EC4-E3C1-0D39C9362A72}"/>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27326F91-2E05-D5BA-7C88-6F4D1598AF14}"/>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A40BA341-FC74-556A-FA8D-973DA5972131}"/>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D42B0222-AC51-E604-2F9E-F4874022BC2A}"/>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0E85220B-5269-6917-9E8B-F0DBFA98D51C}"/>
              </a:ext>
            </a:extLst>
          </p:cNvPr>
          <p:cNvSpPr/>
          <p:nvPr/>
        </p:nvSpPr>
        <p:spPr>
          <a:xfrm>
            <a:off x="1371600" y="386467"/>
            <a:ext cx="75438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A1F20BCD-F33E-51AE-16D7-7AD9EBB0DE6D}"/>
              </a:ext>
            </a:extLst>
          </p:cNvPr>
          <p:cNvSpPr/>
          <p:nvPr/>
        </p:nvSpPr>
        <p:spPr>
          <a:xfrm>
            <a:off x="2880360" y="2998411"/>
            <a:ext cx="12420600" cy="2678489"/>
          </a:xfrm>
          <a:prstGeom prst="rect">
            <a:avLst/>
          </a:prstGeom>
          <a:blipFill dpi="0" rotWithShape="1">
            <a:blip r:embed="rId3">
              <a:extLst>
                <a:ext uri="{28A0092B-C50C-407E-A947-70E740481C1C}">
                  <a14:useLocalDpi xmlns:a14="http://schemas.microsoft.com/office/drawing/2010/main" val="0"/>
                </a:ext>
              </a:extLst>
            </a:blip>
            <a:srcRect/>
            <a:stretch>
              <a:fillRect l="123" t="-1033" r="-123" b="-16143"/>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CCE4FFBE-BF88-6C59-E6B7-F712AEE1EA03}"/>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Chức năng chính</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49E8897F-A3DC-93F6-A364-A90C95E29DAA}"/>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Quản lí danh sách dữ liệu (admin)</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37B106CF-5BFA-99D0-1A63-57374B12384F}"/>
              </a:ext>
            </a:extLst>
          </p:cNvPr>
          <p:cNvSpPr/>
          <p:nvPr/>
        </p:nvSpPr>
        <p:spPr>
          <a:xfrm>
            <a:off x="2881964" y="6337976"/>
            <a:ext cx="12420600" cy="2678489"/>
          </a:xfrm>
          <a:prstGeom prst="rect">
            <a:avLst/>
          </a:prstGeom>
          <a:blipFill dpi="0" rotWithShape="1">
            <a:blip r:embed="rId4">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02209007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F62334E2-5166-ACFE-1018-C11416426AD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EC68C20A-DC56-6713-A088-FA80AC431B0D}"/>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749F1391-687F-A61F-3D5A-09896363220A}"/>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16EECDA3-4545-AEE4-2992-0F9BA72481CD}"/>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B37CE5D7-295D-4AEA-D32B-B51FB0B39C70}"/>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A877F0FB-9595-A73E-2A10-19AE71F63E87}"/>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D20D69B7-D156-F135-7BE1-347D859DD9CB}"/>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49D99218-E43E-80AC-6F2B-55DB574B8647}"/>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7B8C1D58-54FD-9434-A49C-A082AE113FC1}"/>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5A6F01FB-8297-89D2-FFFD-A7946349454C}"/>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DC7B4404-A8D3-9B4C-70B3-57EE6C1E0F4C}"/>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734194A2-99FD-3348-A9C9-15D32764115A}"/>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9612DB86-9635-C344-D503-BDD274D16EED}"/>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313825F2-2C74-3F30-A5B2-348946588CB6}"/>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B620BAEE-76F4-1297-B2DE-27541401FE92}"/>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EF845B20-A366-9F1C-D07D-3316324518EF}"/>
              </a:ext>
            </a:extLst>
          </p:cNvPr>
          <p:cNvSpPr/>
          <p:nvPr/>
        </p:nvSpPr>
        <p:spPr>
          <a:xfrm>
            <a:off x="1371600" y="386467"/>
            <a:ext cx="74676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7" name="Rectangle 16">
            <a:extLst>
              <a:ext uri="{FF2B5EF4-FFF2-40B4-BE49-F238E27FC236}">
                <a16:creationId xmlns:a16="http://schemas.microsoft.com/office/drawing/2014/main" id="{32C013A9-672B-3228-EFB5-D4B3F3C4D4BA}"/>
              </a:ext>
            </a:extLst>
          </p:cNvPr>
          <p:cNvSpPr/>
          <p:nvPr/>
        </p:nvSpPr>
        <p:spPr>
          <a:xfrm>
            <a:off x="2881964" y="3009900"/>
            <a:ext cx="12420600" cy="2678489"/>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2D5C4263-C516-0BED-853B-7BFD6D1A1BA2}"/>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Chức năng chính</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CFF702CE-BC88-BF34-F474-F9B6AD828B3E}"/>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Tìm kiếm phương tiện (admin)</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16F11D58-44A7-D1AF-D9BB-2D2C4BCDAC71}"/>
              </a:ext>
            </a:extLst>
          </p:cNvPr>
          <p:cNvSpPr/>
          <p:nvPr/>
        </p:nvSpPr>
        <p:spPr>
          <a:xfrm>
            <a:off x="3048000" y="4838700"/>
            <a:ext cx="3429000" cy="5334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2" name="Rectangle 21">
            <a:extLst>
              <a:ext uri="{FF2B5EF4-FFF2-40B4-BE49-F238E27FC236}">
                <a16:creationId xmlns:a16="http://schemas.microsoft.com/office/drawing/2014/main" id="{AE7EC922-367E-D7B0-DC53-F9C9083C0E4B}"/>
              </a:ext>
            </a:extLst>
          </p:cNvPr>
          <p:cNvSpPr/>
          <p:nvPr/>
        </p:nvSpPr>
        <p:spPr>
          <a:xfrm>
            <a:off x="2895600" y="6018346"/>
            <a:ext cx="12254564" cy="277507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lnSpc>
                <a:spcPct val="150000"/>
              </a:lnSpc>
            </a:pPr>
            <a:r>
              <a:rPr lang="vi-VN" sz="2800">
                <a:latin typeface="Noto Sans" panose="020B0502040504020204" pitchFamily="34" charset="0"/>
                <a:ea typeface="Noto Sans" panose="020B0502040504020204" pitchFamily="34" charset="0"/>
                <a:cs typeface="Noto Sans" panose="020B0502040504020204" pitchFamily="34" charset="0"/>
              </a:rPr>
              <a:t>Ngoài chức năng tìm kiếm phương tiện, hệ thống còn thông báo phương tiện đó hiện có trong nhà xe hay không, giúp cải thiện thời gian quản lí bãi xe.</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146040873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8BCCE34B-B532-3DC8-D266-5489B74ED40E}"/>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9BAC1EB-63D4-9479-7983-3C1853AE3559}"/>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C06230C0-1557-83C6-C0D9-983C552F1F1F}"/>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E663CFF7-D535-1403-C1D5-63391066A8DC}"/>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25563C3D-D310-A40D-7971-58BEAB20FFB2}"/>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5E40B77F-3F86-EFE7-F64D-8EADA9C3E82E}"/>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B50FDC9E-BDD0-17F6-5F0B-01179DE98419}"/>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5D5F7A0E-FEE3-8F39-E844-3AA80187A4DE}"/>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1E0CA7C7-A2A0-9CC9-196C-B1F4142E2D37}"/>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BA7F923F-7D8A-232D-BFA3-3E0FEC9E7749}"/>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F4EFD64A-0032-AA25-B84A-1C7E50EAFD66}"/>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3A29D406-44FD-01E4-671F-0AF9B08EDFD6}"/>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DC596B3F-EF2E-AF8E-6252-5CFFF081A4A5}"/>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5D724F75-F062-BB26-6BB8-FBB2E0A4A2E7}"/>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FD81AABD-858F-2B16-942E-D088601D44CB}"/>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C2F67335-DE18-548B-BCEE-62BC64CC6D33}"/>
              </a:ext>
            </a:extLst>
          </p:cNvPr>
          <p:cNvSpPr/>
          <p:nvPr/>
        </p:nvSpPr>
        <p:spPr>
          <a:xfrm>
            <a:off x="1371600" y="386467"/>
            <a:ext cx="77724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 Các kết quả chính của hệ thống</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62D6A069-289E-5F34-FC7C-B73C11914D9C}"/>
              </a:ext>
            </a:extLst>
          </p:cNvPr>
          <p:cNvSpPr/>
          <p:nvPr/>
        </p:nvSpPr>
        <p:spPr>
          <a:xfrm>
            <a:off x="2362200" y="1257300"/>
            <a:ext cx="6019800" cy="97911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Chức năng chính</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C4DA8521-63ED-9D10-1DBF-75768829A723}"/>
              </a:ext>
            </a:extLst>
          </p:cNvPr>
          <p:cNvSpPr/>
          <p:nvPr/>
        </p:nvSpPr>
        <p:spPr>
          <a:xfrm>
            <a:off x="2895600" y="2019300"/>
            <a:ext cx="6019800" cy="8151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vi-VN" sz="2400">
                <a:latin typeface="Noto Sans" panose="020B0502040504020204" pitchFamily="34" charset="0"/>
                <a:ea typeface="Noto Sans" panose="020B0502040504020204" pitchFamily="34" charset="0"/>
                <a:cs typeface="Noto Sans" panose="020B0502040504020204" pitchFamily="34" charset="0"/>
              </a:rPr>
              <a:t>Thay đổi bảng giá (admin)</a:t>
            </a:r>
            <a:endParaRPr lang="en-US" sz="2400">
              <a:latin typeface="Noto Sans" panose="020B0502040504020204" pitchFamily="34" charset="0"/>
              <a:ea typeface="Noto Sans" panose="020B0502040504020204" pitchFamily="34" charset="0"/>
              <a:cs typeface="Noto Sans" panose="020B0502040504020204" pitchFamily="34" charset="0"/>
            </a:endParaRPr>
          </a:p>
        </p:txBody>
      </p:sp>
      <p:sp>
        <p:nvSpPr>
          <p:cNvPr id="21" name="Rectangle 20">
            <a:extLst>
              <a:ext uri="{FF2B5EF4-FFF2-40B4-BE49-F238E27FC236}">
                <a16:creationId xmlns:a16="http://schemas.microsoft.com/office/drawing/2014/main" id="{7194DDB1-9DEE-A5F2-6377-95E79C989803}"/>
              </a:ext>
            </a:extLst>
          </p:cNvPr>
          <p:cNvSpPr/>
          <p:nvPr/>
        </p:nvSpPr>
        <p:spPr>
          <a:xfrm>
            <a:off x="3048000" y="3107244"/>
            <a:ext cx="5334000" cy="3103056"/>
          </a:xfrm>
          <a:prstGeom prst="rect">
            <a:avLst/>
          </a:prstGeom>
          <a:blipFill dpi="0" rotWithShape="1">
            <a:blip r:embed="rId3">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3" name="Rectangle 22">
            <a:extLst>
              <a:ext uri="{FF2B5EF4-FFF2-40B4-BE49-F238E27FC236}">
                <a16:creationId xmlns:a16="http://schemas.microsoft.com/office/drawing/2014/main" id="{A24D5DB5-7D4C-E208-756E-EBA59C981874}"/>
              </a:ext>
            </a:extLst>
          </p:cNvPr>
          <p:cNvSpPr/>
          <p:nvPr/>
        </p:nvSpPr>
        <p:spPr>
          <a:xfrm>
            <a:off x="10820400" y="2705100"/>
            <a:ext cx="5334000" cy="2971800"/>
          </a:xfrm>
          <a:prstGeom prst="rect">
            <a:avLst/>
          </a:prstGeom>
          <a:blipFill dpi="0" rotWithShape="1">
            <a:blip r:embed="rId4">
              <a:extLst>
                <a:ext uri="{28A0092B-C50C-407E-A947-70E740481C1C}">
                  <a14:useLocalDpi xmlns:a14="http://schemas.microsoft.com/office/drawing/2010/main" val="0"/>
                </a:ext>
              </a:extLst>
            </a:blip>
            <a:srcRect/>
            <a:stretch>
              <a:fillRect l="1" t="29424" r="-42857" b="29424"/>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4" name="Arrow: Right 23">
            <a:extLst>
              <a:ext uri="{FF2B5EF4-FFF2-40B4-BE49-F238E27FC236}">
                <a16:creationId xmlns:a16="http://schemas.microsoft.com/office/drawing/2014/main" id="{3E19199E-C9D8-E0CB-52B0-42733BE2174F}"/>
              </a:ext>
            </a:extLst>
          </p:cNvPr>
          <p:cNvSpPr/>
          <p:nvPr/>
        </p:nvSpPr>
        <p:spPr>
          <a:xfrm>
            <a:off x="8915400" y="3848100"/>
            <a:ext cx="1447800" cy="885123"/>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5" name="Rectangle 24">
            <a:extLst>
              <a:ext uri="{FF2B5EF4-FFF2-40B4-BE49-F238E27FC236}">
                <a16:creationId xmlns:a16="http://schemas.microsoft.com/office/drawing/2014/main" id="{902D33F9-7056-D57F-40E2-0464FD4ADAE3}"/>
              </a:ext>
            </a:extLst>
          </p:cNvPr>
          <p:cNvSpPr/>
          <p:nvPr/>
        </p:nvSpPr>
        <p:spPr>
          <a:xfrm>
            <a:off x="10972800" y="5905500"/>
            <a:ext cx="5334000" cy="3407856"/>
          </a:xfrm>
          <a:prstGeom prst="rect">
            <a:avLst/>
          </a:prstGeom>
          <a:blipFill dpi="0" rotWithShape="1">
            <a:blip r:embed="rId5">
              <a:extLst>
                <a:ext uri="{28A0092B-C50C-407E-A947-70E740481C1C}">
                  <a14:useLocalDpi xmlns:a14="http://schemas.microsoft.com/office/drawing/2010/main" val="0"/>
                </a:ext>
              </a:extLst>
            </a:blip>
            <a:srcRect/>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6" name="Arrow: Right 25">
            <a:extLst>
              <a:ext uri="{FF2B5EF4-FFF2-40B4-BE49-F238E27FC236}">
                <a16:creationId xmlns:a16="http://schemas.microsoft.com/office/drawing/2014/main" id="{1D57F81A-E926-876D-E519-3AFFC2EC8971}"/>
              </a:ext>
            </a:extLst>
          </p:cNvPr>
          <p:cNvSpPr/>
          <p:nvPr/>
        </p:nvSpPr>
        <p:spPr>
          <a:xfrm rot="5400000">
            <a:off x="13258800" y="4618923"/>
            <a:ext cx="762000" cy="14478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7" name="Rectangle 26">
            <a:extLst>
              <a:ext uri="{FF2B5EF4-FFF2-40B4-BE49-F238E27FC236}">
                <a16:creationId xmlns:a16="http://schemas.microsoft.com/office/drawing/2014/main" id="{3363F481-6C75-86C9-29C4-50D6B4AE0F28}"/>
              </a:ext>
            </a:extLst>
          </p:cNvPr>
          <p:cNvSpPr/>
          <p:nvPr/>
        </p:nvSpPr>
        <p:spPr>
          <a:xfrm>
            <a:off x="14020800" y="6896100"/>
            <a:ext cx="1447800" cy="3048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
        <p:nvSpPr>
          <p:cNvPr id="28" name="Rectangle 27">
            <a:extLst>
              <a:ext uri="{FF2B5EF4-FFF2-40B4-BE49-F238E27FC236}">
                <a16:creationId xmlns:a16="http://schemas.microsoft.com/office/drawing/2014/main" id="{3C75A724-A4FF-0A15-5C12-C1F473D4F2C8}"/>
              </a:ext>
            </a:extLst>
          </p:cNvPr>
          <p:cNvSpPr/>
          <p:nvPr/>
        </p:nvSpPr>
        <p:spPr>
          <a:xfrm>
            <a:off x="6096000" y="3924300"/>
            <a:ext cx="1447800" cy="457200"/>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4540691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DABEFB5E-88A6-9451-0BB5-3E040805EFB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3DE4C85-5359-700D-17CF-CF70D795C7DF}"/>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F74DCC7D-F7BF-4F61-C96C-B2BD02413D7D}"/>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A60C5265-0127-FB24-C5E0-E727D3755028}"/>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78185F32-C143-AF7D-6145-88EB5CFB2903}"/>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8C03D8D8-12B1-F1AF-3766-4D428F4DF4A5}"/>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732F1C58-A159-20D5-31CA-B17B356A91BA}"/>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A3FF9406-9A21-B424-B518-931B055E191F}"/>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4D2BA311-A811-4CB8-593A-9819983DE5A4}"/>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363E7FA6-2CE5-71EE-955C-04A300381089}"/>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8F8C5200-FDC2-8EDB-A32E-400D646D9D45}"/>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720A2E53-95D0-AD26-9F74-E7E85860F454}"/>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2C11AE74-89F7-77F2-2351-49D0642FF73D}"/>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DC7829B7-4AFB-8E70-7913-83CE0FA350B3}"/>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0D5095AF-8678-0E45-B3DC-B497EFDCA395}"/>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1694ACA3-7D77-6587-C052-4DA6055E1C12}"/>
              </a:ext>
            </a:extLst>
          </p:cNvPr>
          <p:cNvSpPr/>
          <p:nvPr/>
        </p:nvSpPr>
        <p:spPr>
          <a:xfrm>
            <a:off x="685800" y="636117"/>
            <a:ext cx="89154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VII. Kiến thức vận dụng và khám phá mới</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7" name="Table 16">
            <a:extLst>
              <a:ext uri="{FF2B5EF4-FFF2-40B4-BE49-F238E27FC236}">
                <a16:creationId xmlns:a16="http://schemas.microsoft.com/office/drawing/2014/main" id="{AB22E9DC-32C6-814C-9565-2A9A797241B6}"/>
              </a:ext>
            </a:extLst>
          </p:cNvPr>
          <p:cNvGraphicFramePr>
            <a:graphicFrameLocks noGrp="1"/>
          </p:cNvGraphicFramePr>
          <p:nvPr>
            <p:extLst>
              <p:ext uri="{D42A27DB-BD31-4B8C-83A1-F6EECF244321}">
                <p14:modId xmlns:p14="http://schemas.microsoft.com/office/powerpoint/2010/main" val="1378555895"/>
              </p:ext>
            </p:extLst>
          </p:nvPr>
        </p:nvGraphicFramePr>
        <p:xfrm>
          <a:off x="1828800" y="2171700"/>
          <a:ext cx="14325600" cy="6631750"/>
        </p:xfrm>
        <a:graphic>
          <a:graphicData uri="http://schemas.openxmlformats.org/drawingml/2006/table">
            <a:tbl>
              <a:tblPr firstRow="1" bandRow="1">
                <a:tableStyleId>{5C22544A-7EE6-4342-B048-85BDC9FD1C3A}</a:tableStyleId>
              </a:tblPr>
              <a:tblGrid>
                <a:gridCol w="4775200">
                  <a:extLst>
                    <a:ext uri="{9D8B030D-6E8A-4147-A177-3AD203B41FA5}">
                      <a16:colId xmlns:a16="http://schemas.microsoft.com/office/drawing/2014/main" val="3956476521"/>
                    </a:ext>
                  </a:extLst>
                </a:gridCol>
                <a:gridCol w="4775200">
                  <a:extLst>
                    <a:ext uri="{9D8B030D-6E8A-4147-A177-3AD203B41FA5}">
                      <a16:colId xmlns:a16="http://schemas.microsoft.com/office/drawing/2014/main" val="3110346309"/>
                    </a:ext>
                  </a:extLst>
                </a:gridCol>
                <a:gridCol w="4775200">
                  <a:extLst>
                    <a:ext uri="{9D8B030D-6E8A-4147-A177-3AD203B41FA5}">
                      <a16:colId xmlns:a16="http://schemas.microsoft.com/office/drawing/2014/main" val="3905480947"/>
                    </a:ext>
                  </a:extLst>
                </a:gridCol>
              </a:tblGrid>
              <a:tr h="1301150">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Kiến thức vận dụng</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Mô tả</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Ứng dụng trong dự án</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4016054422"/>
                  </a:ext>
                </a:extLst>
              </a:tr>
              <a:tr h="14271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Lớp và Kế thừa</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Sử dụng lớp (kebang, thong_tin_nguoi, thong_tin_xe, bai_xe) và kế thừa (bai_xe từ thong_tin_nguoi, thong_tin_xe).</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sz="1800">
                          <a:effectLst/>
                          <a:latin typeface="Noto Sans" panose="020B0502040504020204" pitchFamily="34" charset="0"/>
                          <a:ea typeface="Noto Sans" panose="020B0502040504020204" pitchFamily="34" charset="0"/>
                          <a:cs typeface="Noto Sans" panose="020B0502040504020204" pitchFamily="34" charset="0"/>
                        </a:rPr>
                        <a:t>Tích hợp quản lý xe và người dùng trong một lớp duy nhất (bai_xe).</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1955119724"/>
                  </a:ext>
                </a:extLst>
              </a:tr>
              <a:tr h="13011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Cấu trúc Dữ liệu</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sz="1800">
                          <a:effectLst/>
                          <a:latin typeface="Noto Sans" panose="020B0502040504020204" pitchFamily="34" charset="0"/>
                          <a:ea typeface="Noto Sans" panose="020B0502040504020204" pitchFamily="34" charset="0"/>
                          <a:cs typeface="Noto Sans" panose="020B0502040504020204" pitchFamily="34" charset="0"/>
                        </a:rPr>
                        <a:t>Sử dụng vector, mảng tĩnh, map để lưu trữ danh sách xe, người dùng, bảng giá.</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effectLst/>
                          <a:latin typeface="Noto Sans" panose="020B0502040504020204" pitchFamily="34" charset="0"/>
                          <a:ea typeface="Noto Sans" panose="020B0502040504020204" pitchFamily="34" charset="0"/>
                          <a:cs typeface="Noto Sans" panose="020B0502040504020204" pitchFamily="34" charset="0"/>
                        </a:rPr>
                        <a:t>Quản lý danh sách xe (xe_may, xe_oto), bảng giá (bang_gia), và thông tin người dùng.</a:t>
                      </a:r>
                    </a:p>
                  </a:txBody>
                  <a:tcPr anchor="ctr"/>
                </a:tc>
                <a:extLst>
                  <a:ext uri="{0D108BD9-81ED-4DB2-BD59-A6C34878D82A}">
                    <a16:rowId xmlns:a16="http://schemas.microsoft.com/office/drawing/2014/main" val="3326397315"/>
                  </a:ext>
                </a:extLst>
              </a:tr>
              <a:tr h="13011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Xử lý File</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vi-VN" sz="1800">
                          <a:effectLst/>
                          <a:latin typeface="Noto Sans" panose="020B0502040504020204" pitchFamily="34" charset="0"/>
                          <a:ea typeface="Noto Sans" panose="020B0502040504020204" pitchFamily="34" charset="0"/>
                          <a:cs typeface="Noto Sans" panose="020B0502040504020204" pitchFamily="34" charset="0"/>
                        </a:rPr>
                        <a:t>Đọc/ghi tệp .txt để lưu trữ thông tin người dùng, xe, lịch sử, bảng giá, thông báo.</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Đảm bảo dữ liệu bền vững, dễ dàng truy xuất và cập nhật.</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4028230848"/>
                  </a:ext>
                </a:extLst>
              </a:tr>
              <a:tr h="13011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Kiểm tra Định dạng</a:t>
                      </a:r>
                    </a:p>
                    <a:p>
                      <a:pPr marL="0" marR="0" lvl="0" indent="0" algn="ctr" defTabSz="914400" rtl="0" eaLnBrk="1" fontAlgn="auto" latinLnBrk="0" hangingPunct="1">
                        <a:lnSpc>
                          <a:spcPct val="100000"/>
                        </a:lnSpc>
                        <a:spcBef>
                          <a:spcPts val="0"/>
                        </a:spcBef>
                        <a:spcAft>
                          <a:spcPts val="0"/>
                        </a:spcAft>
                        <a:buClrTx/>
                        <a:buSzTx/>
                        <a:buFontTx/>
                        <a:buNone/>
                        <a:tabLst/>
                        <a:defRPr/>
                      </a:pPr>
                      <a:endParaRPr lang="vi-VN" sz="1800">
                        <a:effectLst/>
                        <a:latin typeface="Noto Sans" panose="020B0502040504020204" pitchFamily="34" charset="0"/>
                        <a:ea typeface="Noto Sans" panose="020B0502040504020204" pitchFamily="34" charset="0"/>
                        <a:cs typeface="Noto Sans" panose="020B0502040504020204" pitchFamily="34" charset="0"/>
                      </a:endParaRP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Hàm kiểm tra số điện thoại, gmail, ngày sinh, mật khẩu.</a:t>
                      </a:r>
                    </a:p>
                    <a:p>
                      <a:pPr algn="ctr"/>
                      <a:endParaRPr lang="en-US" sz="1800">
                        <a:effectLst/>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Đảm bảo dữ liệu đầu vào hợp lệ, tăng tính bảo mật và chính xác.</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3930059433"/>
                  </a:ext>
                </a:extLst>
              </a:tr>
            </a:tbl>
          </a:graphicData>
        </a:graphic>
      </p:graphicFrame>
    </p:spTree>
    <p:extLst>
      <p:ext uri="{BB962C8B-B14F-4D97-AF65-F5344CB8AC3E}">
        <p14:creationId xmlns:p14="http://schemas.microsoft.com/office/powerpoint/2010/main" val="29533185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BA23B4E6-4715-BAC8-9D89-B8BA44457B59}"/>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FC737B93-7B06-E033-8376-E9C395775326}"/>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0825C643-B22F-378E-EABD-A8BFD6137A9C}"/>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4" name="Group 4">
            <a:extLst>
              <a:ext uri="{FF2B5EF4-FFF2-40B4-BE49-F238E27FC236}">
                <a16:creationId xmlns:a16="http://schemas.microsoft.com/office/drawing/2014/main" id="{E14D2D85-DC96-1840-7A19-107CAF789CAF}"/>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440F93A6-221B-1718-C017-D4701C78D585}"/>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p>
          </p:txBody>
        </p:sp>
      </p:grpSp>
      <p:grpSp>
        <p:nvGrpSpPr>
          <p:cNvPr id="6" name="Group 6">
            <a:extLst>
              <a:ext uri="{FF2B5EF4-FFF2-40B4-BE49-F238E27FC236}">
                <a16:creationId xmlns:a16="http://schemas.microsoft.com/office/drawing/2014/main" id="{D67685FA-5567-69D0-B98E-D08D1E04571E}"/>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3A335D63-21D1-F3B1-1EC7-B6ED4230F555}"/>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grpSp>
        <p:nvGrpSpPr>
          <p:cNvPr id="8" name="Group 8">
            <a:extLst>
              <a:ext uri="{FF2B5EF4-FFF2-40B4-BE49-F238E27FC236}">
                <a16:creationId xmlns:a16="http://schemas.microsoft.com/office/drawing/2014/main" id="{4B94A6CE-9882-7511-D9EB-37BDED5B9C0F}"/>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E1A539D1-2FB0-B6B1-FC90-A051255FD996}"/>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p>
          </p:txBody>
        </p:sp>
      </p:grpSp>
      <p:grpSp>
        <p:nvGrpSpPr>
          <p:cNvPr id="10" name="Group 10">
            <a:extLst>
              <a:ext uri="{FF2B5EF4-FFF2-40B4-BE49-F238E27FC236}">
                <a16:creationId xmlns:a16="http://schemas.microsoft.com/office/drawing/2014/main" id="{138DB9FC-3EBF-7673-D1A3-64A477BE01BA}"/>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68A3CFAE-F527-D42D-00C1-279D55C730F1}"/>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p>
          </p:txBody>
        </p:sp>
      </p:grpSp>
      <p:grpSp>
        <p:nvGrpSpPr>
          <p:cNvPr id="12" name="Group 12">
            <a:extLst>
              <a:ext uri="{FF2B5EF4-FFF2-40B4-BE49-F238E27FC236}">
                <a16:creationId xmlns:a16="http://schemas.microsoft.com/office/drawing/2014/main" id="{1279F162-A193-1D6D-2D39-C0D9B1109C44}"/>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63BBD390-FE94-1295-B0CE-26E861D1410C}"/>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p>
          </p:txBody>
        </p:sp>
      </p:grpSp>
      <p:grpSp>
        <p:nvGrpSpPr>
          <p:cNvPr id="14" name="Group 14">
            <a:extLst>
              <a:ext uri="{FF2B5EF4-FFF2-40B4-BE49-F238E27FC236}">
                <a16:creationId xmlns:a16="http://schemas.microsoft.com/office/drawing/2014/main" id="{8E9C3330-3888-1DAA-3B36-905E7EED580B}"/>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E619E2B4-8B49-B748-31BA-49BF1E2EE161}"/>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p>
          </p:txBody>
        </p:sp>
      </p:grpSp>
      <p:sp>
        <p:nvSpPr>
          <p:cNvPr id="16" name="Rectangle 15">
            <a:extLst>
              <a:ext uri="{FF2B5EF4-FFF2-40B4-BE49-F238E27FC236}">
                <a16:creationId xmlns:a16="http://schemas.microsoft.com/office/drawing/2014/main" id="{E456AC17-2D81-FDE8-827B-DD61F7A8751E}"/>
              </a:ext>
            </a:extLst>
          </p:cNvPr>
          <p:cNvSpPr/>
          <p:nvPr/>
        </p:nvSpPr>
        <p:spPr>
          <a:xfrm>
            <a:off x="685800" y="636117"/>
            <a:ext cx="89154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t>VII. Kiến thức vận dụng và khám phá mới</a:t>
            </a:r>
            <a:endParaRPr lang="en-US" sz="3200" b="1"/>
          </a:p>
        </p:txBody>
      </p:sp>
      <p:graphicFrame>
        <p:nvGraphicFramePr>
          <p:cNvPr id="17" name="Table 16">
            <a:extLst>
              <a:ext uri="{FF2B5EF4-FFF2-40B4-BE49-F238E27FC236}">
                <a16:creationId xmlns:a16="http://schemas.microsoft.com/office/drawing/2014/main" id="{70D1F925-3127-0418-0393-8BBAB25751A3}"/>
              </a:ext>
            </a:extLst>
          </p:cNvPr>
          <p:cNvGraphicFramePr>
            <a:graphicFrameLocks noGrp="1"/>
          </p:cNvGraphicFramePr>
          <p:nvPr>
            <p:extLst>
              <p:ext uri="{D42A27DB-BD31-4B8C-83A1-F6EECF244321}">
                <p14:modId xmlns:p14="http://schemas.microsoft.com/office/powerpoint/2010/main" val="1815460911"/>
              </p:ext>
            </p:extLst>
          </p:nvPr>
        </p:nvGraphicFramePr>
        <p:xfrm>
          <a:off x="1828800" y="2171700"/>
          <a:ext cx="14325600" cy="6631750"/>
        </p:xfrm>
        <a:graphic>
          <a:graphicData uri="http://schemas.openxmlformats.org/drawingml/2006/table">
            <a:tbl>
              <a:tblPr firstRow="1" bandRow="1">
                <a:tableStyleId>{5C22544A-7EE6-4342-B048-85BDC9FD1C3A}</a:tableStyleId>
              </a:tblPr>
              <a:tblGrid>
                <a:gridCol w="4775200">
                  <a:extLst>
                    <a:ext uri="{9D8B030D-6E8A-4147-A177-3AD203B41FA5}">
                      <a16:colId xmlns:a16="http://schemas.microsoft.com/office/drawing/2014/main" val="3956476521"/>
                    </a:ext>
                  </a:extLst>
                </a:gridCol>
                <a:gridCol w="4775200">
                  <a:extLst>
                    <a:ext uri="{9D8B030D-6E8A-4147-A177-3AD203B41FA5}">
                      <a16:colId xmlns:a16="http://schemas.microsoft.com/office/drawing/2014/main" val="3110346309"/>
                    </a:ext>
                  </a:extLst>
                </a:gridCol>
                <a:gridCol w="4775200">
                  <a:extLst>
                    <a:ext uri="{9D8B030D-6E8A-4147-A177-3AD203B41FA5}">
                      <a16:colId xmlns:a16="http://schemas.microsoft.com/office/drawing/2014/main" val="3905480947"/>
                    </a:ext>
                  </a:extLst>
                </a:gridCol>
              </a:tblGrid>
              <a:tr h="1301150">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Khám phá mới</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Mô tả</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sz="1800">
                          <a:latin typeface="Noto Sans" panose="020B0502040504020204" pitchFamily="34" charset="0"/>
                          <a:ea typeface="Noto Sans" panose="020B0502040504020204" pitchFamily="34" charset="0"/>
                          <a:cs typeface="Noto Sans" panose="020B0502040504020204" pitchFamily="34" charset="0"/>
                        </a:rPr>
                        <a:t>Ứng dụng trong dự án</a:t>
                      </a: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4016054422"/>
                  </a:ext>
                </a:extLst>
              </a:tr>
              <a:tr h="14271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Lớp và Kế thừa</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en-US">
                          <a:effectLst/>
                          <a:latin typeface="Noto Sans" panose="020B0502040504020204" pitchFamily="34" charset="0"/>
                          <a:ea typeface="Noto Sans" panose="020B0502040504020204" pitchFamily="34" charset="0"/>
                          <a:cs typeface="Noto Sans" panose="020B0502040504020204" pitchFamily="34" charset="0"/>
                        </a:rPr>
                        <a:t>Thiết kế bảng ASCII với ký tự đặc biệt để hiển thị dữ liệu</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a:effectLst/>
                          <a:latin typeface="Noto Sans" panose="020B0502040504020204" pitchFamily="34" charset="0"/>
                          <a:ea typeface="Noto Sans" panose="020B0502040504020204" pitchFamily="34" charset="0"/>
                          <a:cs typeface="Noto Sans" panose="020B0502040504020204" pitchFamily="34" charset="0"/>
                        </a:rPr>
                        <a:t>Tạo giao diện trực quan, chuyên nghiệp trên console, cải thiện trải nghiệm người dùng.</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1955119724"/>
                  </a:ext>
                </a:extLst>
              </a:tr>
              <a:tr h="1301150">
                <a:tc>
                  <a:txBody>
                    <a:bodyPr/>
                    <a:lstStyle/>
                    <a:p>
                      <a:pPr algn="ctr"/>
                      <a:r>
                        <a:rPr lang="en-US">
                          <a:effectLst/>
                          <a:latin typeface="Noto Sans" panose="020B0502040504020204" pitchFamily="34" charset="0"/>
                          <a:ea typeface="Noto Sans" panose="020B0502040504020204" pitchFamily="34" charset="0"/>
                          <a:cs typeface="Noto Sans" panose="020B0502040504020204" pitchFamily="34" charset="0"/>
                        </a:rPr>
                        <a:t>Ẩn Mật khẩu</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effectLst/>
                          <a:latin typeface="Noto Sans" panose="020B0502040504020204" pitchFamily="34" charset="0"/>
                          <a:ea typeface="Noto Sans" panose="020B0502040504020204" pitchFamily="34" charset="0"/>
                          <a:cs typeface="Noto Sans" panose="020B0502040504020204" pitchFamily="34" charset="0"/>
                        </a:rPr>
                        <a:t>Sử dụng _getch() để che mật khẩu bằng dấu *.</a:t>
                      </a:r>
                    </a:p>
                  </a:txBody>
                  <a:tcPr anchor="ctr"/>
                </a:tc>
                <a:tc>
                  <a:txBody>
                    <a:bodyPr/>
                    <a:lstStyle/>
                    <a:p>
                      <a:pPr algn="ctr"/>
                      <a:r>
                        <a:rPr lang="en-US">
                          <a:effectLst/>
                          <a:latin typeface="Noto Sans" panose="020B0502040504020204" pitchFamily="34" charset="0"/>
                          <a:ea typeface="Noto Sans" panose="020B0502040504020204" pitchFamily="34" charset="0"/>
                          <a:cs typeface="Noto Sans" panose="020B0502040504020204" pitchFamily="34" charset="0"/>
                        </a:rPr>
                        <a:t>Tăng tính bảo mật khi nhập mật khẩu.</a:t>
                      </a:r>
                    </a:p>
                  </a:txBody>
                  <a:tcPr anchor="ctr"/>
                </a:tc>
                <a:extLst>
                  <a:ext uri="{0D108BD9-81ED-4DB2-BD59-A6C34878D82A}">
                    <a16:rowId xmlns:a16="http://schemas.microsoft.com/office/drawing/2014/main" val="3326397315"/>
                  </a:ext>
                </a:extLst>
              </a:tr>
              <a:tr h="1301150">
                <a:tc>
                  <a:txBody>
                    <a:bodyPr/>
                    <a:lstStyle/>
                    <a:p>
                      <a:pPr algn="ctr"/>
                      <a:r>
                        <a:rPr lang="en-US">
                          <a:effectLst/>
                          <a:latin typeface="Noto Sans" panose="020B0502040504020204" pitchFamily="34" charset="0"/>
                          <a:ea typeface="Noto Sans" panose="020B0502040504020204" pitchFamily="34" charset="0"/>
                          <a:cs typeface="Noto Sans" panose="020B0502040504020204" pitchFamily="34" charset="0"/>
                        </a:rPr>
                        <a:t>Quản lý Thời gian</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vi-VN">
                          <a:effectLst/>
                          <a:latin typeface="Noto Sans" panose="020B0502040504020204" pitchFamily="34" charset="0"/>
                          <a:ea typeface="Noto Sans" panose="020B0502040504020204" pitchFamily="34" charset="0"/>
                          <a:cs typeface="Noto Sans" panose="020B0502040504020204" pitchFamily="34" charset="0"/>
                        </a:rPr>
                        <a:t>Lấy thời gian thực</a:t>
                      </a:r>
                    </a:p>
                    <a:p>
                      <a:pPr algn="ctr"/>
                      <a:r>
                        <a:rPr lang="en-US">
                          <a:effectLst/>
                          <a:latin typeface="Noto Sans" panose="020B0502040504020204" pitchFamily="34" charset="0"/>
                          <a:ea typeface="Noto Sans" panose="020B0502040504020204" pitchFamily="34" charset="0"/>
                          <a:cs typeface="Noto Sans" panose="020B0502040504020204" pitchFamily="34" charset="0"/>
                        </a:rPr>
                        <a:t>Chuyển đổi chuỗi thời gian sang time_t và tính toán thời gian gửi xe.</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algn="ctr"/>
                      <a:r>
                        <a:rPr lang="en-US">
                          <a:effectLst/>
                          <a:latin typeface="Noto Sans" panose="020B0502040504020204" pitchFamily="34" charset="0"/>
                          <a:ea typeface="Noto Sans" panose="020B0502040504020204" pitchFamily="34" charset="0"/>
                          <a:cs typeface="Noto Sans" panose="020B0502040504020204" pitchFamily="34" charset="0"/>
                        </a:rPr>
                        <a:t>Cho phép tính phí linh hoạt và kiểm tra xe hết hạn gửi tháng tự động.</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4028230848"/>
                  </a:ext>
                </a:extLst>
              </a:tr>
              <a:tr h="130115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Kiểm tra Định dạng</a:t>
                      </a:r>
                    </a:p>
                    <a:p>
                      <a:pPr marL="0" marR="0" lvl="0" indent="0" algn="ctr" defTabSz="914400" rtl="0" eaLnBrk="1" fontAlgn="auto" latinLnBrk="0" hangingPunct="1">
                        <a:lnSpc>
                          <a:spcPct val="100000"/>
                        </a:lnSpc>
                        <a:spcBef>
                          <a:spcPts val="0"/>
                        </a:spcBef>
                        <a:spcAft>
                          <a:spcPts val="0"/>
                        </a:spcAft>
                        <a:buClrTx/>
                        <a:buSzTx/>
                        <a:buFontTx/>
                        <a:buNone/>
                        <a:tabLst/>
                        <a:defRPr/>
                      </a:pPr>
                      <a:endParaRPr lang="vi-VN" sz="1800">
                        <a:effectLst/>
                        <a:latin typeface="Noto Sans" panose="020B0502040504020204" pitchFamily="34" charset="0"/>
                        <a:ea typeface="Noto Sans" panose="020B0502040504020204" pitchFamily="34" charset="0"/>
                        <a:cs typeface="Noto Sans" panose="020B0502040504020204" pitchFamily="34" charset="0"/>
                      </a:endParaRP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Hàm kiểm tra số điện thoại, gmail, ngày sinh, mật khẩu.</a:t>
                      </a:r>
                    </a:p>
                    <a:p>
                      <a:pPr algn="ctr"/>
                      <a:endParaRPr lang="en-US" sz="1800">
                        <a:effectLst/>
                        <a:latin typeface="Noto Sans" panose="020B0502040504020204" pitchFamily="34" charset="0"/>
                        <a:ea typeface="Noto Sans" panose="020B0502040504020204" pitchFamily="34" charset="0"/>
                        <a:cs typeface="Noto Sans" panose="020B0502040504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a:effectLst/>
                          <a:latin typeface="Noto Sans" panose="020B0502040504020204" pitchFamily="34" charset="0"/>
                          <a:ea typeface="Noto Sans" panose="020B0502040504020204" pitchFamily="34" charset="0"/>
                          <a:cs typeface="Noto Sans" panose="020B0502040504020204" pitchFamily="34" charset="0"/>
                        </a:rPr>
                        <a:t>Đảm bảo dữ liệu đầu vào hợp lệ, tăng tính bảo mật và chính xác.</a:t>
                      </a:r>
                    </a:p>
                    <a:p>
                      <a:pPr algn="ctr"/>
                      <a:endParaRPr lang="en-US" sz="1800">
                        <a:latin typeface="Noto Sans" panose="020B0502040504020204" pitchFamily="34" charset="0"/>
                        <a:ea typeface="Noto Sans" panose="020B0502040504020204" pitchFamily="34" charset="0"/>
                        <a:cs typeface="Noto Sans" panose="020B0502040504020204" pitchFamily="34" charset="0"/>
                      </a:endParaRPr>
                    </a:p>
                  </a:txBody>
                  <a:tcPr anchor="ctr"/>
                </a:tc>
                <a:extLst>
                  <a:ext uri="{0D108BD9-81ED-4DB2-BD59-A6C34878D82A}">
                    <a16:rowId xmlns:a16="http://schemas.microsoft.com/office/drawing/2014/main" val="3930059433"/>
                  </a:ext>
                </a:extLst>
              </a:tr>
            </a:tbl>
          </a:graphicData>
        </a:graphic>
      </p:graphicFrame>
    </p:spTree>
    <p:extLst>
      <p:ext uri="{BB962C8B-B14F-4D97-AF65-F5344CB8AC3E}">
        <p14:creationId xmlns:p14="http://schemas.microsoft.com/office/powerpoint/2010/main" val="171403997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C0A8B8AA-8164-605D-7491-36E042EC23B4}"/>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4B7470AF-D9EA-8841-1166-0FCC81D70B2B}"/>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2A33DD3D-3C49-4C37-8F5E-E38A8C2C65B8}"/>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5C76F967-C748-871D-4100-01471BA1AA69}"/>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518118C3-E0F2-4C34-72C2-CE57690E484A}"/>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40123AEE-76CA-08A5-B7E2-69877CCE4691}"/>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4438418C-A23A-ED0E-1F9C-E9886170B088}"/>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BC68A927-AC1A-2C73-4E15-53621307DC9E}"/>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512254B8-78C4-64D7-A593-0F5EE5055448}"/>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54479FA1-4DCB-77AD-2565-2623B8E4AB7A}"/>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40521B72-3E62-4E50-FA72-4E08B0315A29}"/>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4404A5FC-D9EC-9F68-B34A-1FF991F464E9}"/>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3BAB9EE9-67D3-F769-1E6C-5992D12427C7}"/>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C1214631-D10E-3F0C-3F8B-0B09795FA54B}"/>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C95F2DD8-2B8F-0EF8-70E8-2948D47C5B1E}"/>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3B994693-CBFD-9959-672D-3574E40E0B96}"/>
              </a:ext>
            </a:extLst>
          </p:cNvPr>
          <p:cNvSpPr/>
          <p:nvPr/>
        </p:nvSpPr>
        <p:spPr>
          <a:xfrm>
            <a:off x="685800" y="636117"/>
            <a:ext cx="89154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VIII. Kết luận và hướng phát triển</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8" name="Rectangle 17">
            <a:extLst>
              <a:ext uri="{FF2B5EF4-FFF2-40B4-BE49-F238E27FC236}">
                <a16:creationId xmlns:a16="http://schemas.microsoft.com/office/drawing/2014/main" id="{B04C7A3D-FBC5-2FB4-42AD-C291BA8B2262}"/>
              </a:ext>
            </a:extLst>
          </p:cNvPr>
          <p:cNvSpPr/>
          <p:nvPr/>
        </p:nvSpPr>
        <p:spPr>
          <a:xfrm>
            <a:off x="2895600" y="2933700"/>
            <a:ext cx="12268200" cy="23380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lnSpc>
                <a:spcPct val="150000"/>
              </a:lnSpc>
            </a:pPr>
            <a:r>
              <a:rPr lang="vi-VN" sz="2800">
                <a:latin typeface="Noto Sans" panose="020B0502040504020204" pitchFamily="34" charset="0"/>
                <a:ea typeface="Noto Sans" panose="020B0502040504020204" pitchFamily="34" charset="0"/>
                <a:cs typeface="Noto Sans" panose="020B0502040504020204" pitchFamily="34" charset="0"/>
              </a:rPr>
              <a:t>Hệ thống quản lí bãi đậu xe thông minh tương đối hoàn thiện với đầy đủ các chức năng cơ bản của một bãi xe thông minh phải có, sau đây là những chức năng chính của hệ thống:</a:t>
            </a:r>
            <a:endParaRPr lang="en-US" sz="2800">
              <a:latin typeface="Noto Sans" panose="020B0502040504020204" pitchFamily="34" charset="0"/>
              <a:ea typeface="Noto Sans" panose="020B0502040504020204" pitchFamily="34" charset="0"/>
              <a:cs typeface="Noto Sans" panose="020B0502040504020204" pitchFamily="34" charset="0"/>
            </a:endParaRPr>
          </a:p>
          <a:p>
            <a:pPr algn="just">
              <a:lnSpc>
                <a:spcPct val="250000"/>
              </a:lnSpc>
            </a:pP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FE4923BE-E4E1-A52C-48A0-02E515E9C064}"/>
              </a:ext>
            </a:extLst>
          </p:cNvPr>
          <p:cNvSpPr/>
          <p:nvPr/>
        </p:nvSpPr>
        <p:spPr>
          <a:xfrm>
            <a:off x="2514600" y="1514466"/>
            <a:ext cx="2929128"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1. Kết luận</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7C43B344-25AE-065E-603B-A65114C18C17}"/>
              </a:ext>
            </a:extLst>
          </p:cNvPr>
          <p:cNvSpPr/>
          <p:nvPr/>
        </p:nvSpPr>
        <p:spPr>
          <a:xfrm>
            <a:off x="3810000" y="4991100"/>
            <a:ext cx="11125200" cy="36599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indent="-457200">
              <a:lnSpc>
                <a:spcPct val="150000"/>
              </a:lnSpc>
              <a:buFont typeface="Arial" panose="020B0604020202020204" pitchFamily="34" charset="0"/>
              <a:buChar char="•"/>
            </a:pPr>
            <a:r>
              <a:rPr lang="vi-VN" sz="2800">
                <a:latin typeface="Noto Sans" panose="020B0502040504020204" pitchFamily="34" charset="0"/>
                <a:ea typeface="Noto Sans" panose="020B0502040504020204" pitchFamily="34" charset="0"/>
                <a:cs typeface="Noto Sans" panose="020B0502040504020204" pitchFamily="34" charset="0"/>
              </a:rPr>
              <a:t>Giao diện console trực quan với bảng ASCII. </a:t>
            </a:r>
          </a:p>
          <a:p>
            <a:pPr>
              <a:lnSpc>
                <a:spcPct val="150000"/>
              </a:lnSpc>
            </a:pPr>
            <a:r>
              <a:rPr lang="vi-VN" sz="2800">
                <a:latin typeface="Noto Sans" panose="020B0502040504020204" pitchFamily="34" charset="0"/>
                <a:ea typeface="Noto Sans" panose="020B0502040504020204" pitchFamily="34" charset="0"/>
                <a:cs typeface="Noto Sans" panose="020B0502040504020204" pitchFamily="34" charset="0"/>
              </a:rPr>
              <a:t>•	Kiểm tra dữ liệu đầu vào chặt chẽ (ID, biển số, email). </a:t>
            </a:r>
          </a:p>
          <a:p>
            <a:pPr>
              <a:lnSpc>
                <a:spcPct val="150000"/>
              </a:lnSpc>
            </a:pPr>
            <a:r>
              <a:rPr lang="vi-VN" sz="2800">
                <a:latin typeface="Noto Sans" panose="020B0502040504020204" pitchFamily="34" charset="0"/>
                <a:ea typeface="Noto Sans" panose="020B0502040504020204" pitchFamily="34" charset="0"/>
                <a:cs typeface="Noto Sans" panose="020B0502040504020204" pitchFamily="34" charset="0"/>
              </a:rPr>
              <a:t>•	Lưu trữ bền vững qua file văn bản. </a:t>
            </a:r>
          </a:p>
          <a:p>
            <a:pPr>
              <a:lnSpc>
                <a:spcPct val="150000"/>
              </a:lnSpc>
            </a:pPr>
            <a:r>
              <a:rPr lang="vi-VN" sz="2800">
                <a:latin typeface="Noto Sans" panose="020B0502040504020204" pitchFamily="34" charset="0"/>
                <a:ea typeface="Noto Sans" panose="020B0502040504020204" pitchFamily="34" charset="0"/>
                <a:cs typeface="Noto Sans" panose="020B0502040504020204" pitchFamily="34" charset="0"/>
              </a:rPr>
              <a:t>•	Tính phí chính xác, hỗ trợ gửi xe qua ngày/tháng. </a:t>
            </a:r>
          </a:p>
          <a:p>
            <a:pPr>
              <a:lnSpc>
                <a:spcPct val="150000"/>
              </a:lnSpc>
            </a:pPr>
            <a:r>
              <a:rPr lang="vi-VN" sz="2800">
                <a:latin typeface="Noto Sans" panose="020B0502040504020204" pitchFamily="34" charset="0"/>
                <a:ea typeface="Noto Sans" panose="020B0502040504020204" pitchFamily="34" charset="0"/>
                <a:cs typeface="Noto Sans" panose="020B0502040504020204" pitchFamily="34" charset="0"/>
              </a:rPr>
              <a:t>•	Phân quyền rõ ràng cho user và admin.</a:t>
            </a:r>
          </a:p>
          <a:p>
            <a:pPr>
              <a:lnSpc>
                <a:spcPct val="150000"/>
              </a:lnSpc>
            </a:pPr>
            <a:endParaRPr lang="en-US" sz="280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354691284"/>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02845"/>
        </a:solidFill>
        <a:effectLst/>
      </p:bgPr>
    </p:bg>
    <p:spTree>
      <p:nvGrpSpPr>
        <p:cNvPr id="1" name="">
          <a:extLst>
            <a:ext uri="{FF2B5EF4-FFF2-40B4-BE49-F238E27FC236}">
              <a16:creationId xmlns:a16="http://schemas.microsoft.com/office/drawing/2014/main" id="{A198633F-14E6-AFDA-5092-00869089B581}"/>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BBEDD5E2-9E3D-EE96-F8CC-5B03AFB47AE2}"/>
              </a:ext>
            </a:extLst>
          </p:cNvPr>
          <p:cNvGrpSpPr/>
          <p:nvPr/>
        </p:nvGrpSpPr>
        <p:grpSpPr>
          <a:xfrm>
            <a:off x="17225526" y="1735550"/>
            <a:ext cx="334300" cy="334300"/>
            <a:chOff x="0" y="0"/>
            <a:chExt cx="445733" cy="445733"/>
          </a:xfrm>
        </p:grpSpPr>
        <p:sp>
          <p:nvSpPr>
            <p:cNvPr id="3" name="Freeform 3">
              <a:extLst>
                <a:ext uri="{FF2B5EF4-FFF2-40B4-BE49-F238E27FC236}">
                  <a16:creationId xmlns:a16="http://schemas.microsoft.com/office/drawing/2014/main" id="{BFBB69EA-148A-76BE-011D-832116DA3D51}"/>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4" name="Group 4">
            <a:extLst>
              <a:ext uri="{FF2B5EF4-FFF2-40B4-BE49-F238E27FC236}">
                <a16:creationId xmlns:a16="http://schemas.microsoft.com/office/drawing/2014/main" id="{70816220-856D-FFB0-E339-6282B2525B5B}"/>
              </a:ext>
            </a:extLst>
          </p:cNvPr>
          <p:cNvGrpSpPr/>
          <p:nvPr/>
        </p:nvGrpSpPr>
        <p:grpSpPr>
          <a:xfrm>
            <a:off x="17284050" y="970350"/>
            <a:ext cx="217300" cy="217300"/>
            <a:chOff x="0" y="0"/>
            <a:chExt cx="289733" cy="289733"/>
          </a:xfrm>
        </p:grpSpPr>
        <p:sp>
          <p:nvSpPr>
            <p:cNvPr id="5" name="Freeform 5">
              <a:extLst>
                <a:ext uri="{FF2B5EF4-FFF2-40B4-BE49-F238E27FC236}">
                  <a16:creationId xmlns:a16="http://schemas.microsoft.com/office/drawing/2014/main" id="{B60AEECA-E112-2C9C-D07C-64EA6B95AC10}"/>
                </a:ext>
              </a:extLst>
            </p:cNvPr>
            <p:cNvSpPr/>
            <p:nvPr/>
          </p:nvSpPr>
          <p:spPr>
            <a:xfrm>
              <a:off x="127" y="127"/>
              <a:ext cx="289560" cy="289560"/>
            </a:xfrm>
            <a:custGeom>
              <a:avLst/>
              <a:gdLst/>
              <a:ahLst/>
              <a:cxnLst/>
              <a:rect l="l" t="t" r="r" b="b"/>
              <a:pathLst>
                <a:path w="289560" h="289560">
                  <a:moveTo>
                    <a:pt x="267081" y="23622"/>
                  </a:moveTo>
                  <a:lnTo>
                    <a:pt x="267081" y="268351"/>
                  </a:lnTo>
                  <a:lnTo>
                    <a:pt x="22352" y="268351"/>
                  </a:lnTo>
                  <a:lnTo>
                    <a:pt x="22352" y="23622"/>
                  </a:lnTo>
                  <a:close/>
                  <a:moveTo>
                    <a:pt x="0" y="0"/>
                  </a:moveTo>
                  <a:lnTo>
                    <a:pt x="0" y="289560"/>
                  </a:lnTo>
                  <a:lnTo>
                    <a:pt x="289560" y="289560"/>
                  </a:lnTo>
                  <a:lnTo>
                    <a:pt x="289560" y="0"/>
                  </a:lnTo>
                  <a:close/>
                </a:path>
              </a:pathLst>
            </a:custGeom>
            <a:solidFill>
              <a:srgbClr val="FC723F"/>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6" name="Group 6">
            <a:extLst>
              <a:ext uri="{FF2B5EF4-FFF2-40B4-BE49-F238E27FC236}">
                <a16:creationId xmlns:a16="http://schemas.microsoft.com/office/drawing/2014/main" id="{9C3970E7-DD2E-7952-E359-C8E18FDCD76F}"/>
              </a:ext>
            </a:extLst>
          </p:cNvPr>
          <p:cNvGrpSpPr/>
          <p:nvPr/>
        </p:nvGrpSpPr>
        <p:grpSpPr>
          <a:xfrm>
            <a:off x="17708900" y="390050"/>
            <a:ext cx="311850" cy="312750"/>
            <a:chOff x="0" y="0"/>
            <a:chExt cx="415800" cy="417000"/>
          </a:xfrm>
        </p:grpSpPr>
        <p:sp>
          <p:nvSpPr>
            <p:cNvPr id="7" name="Freeform 7">
              <a:extLst>
                <a:ext uri="{FF2B5EF4-FFF2-40B4-BE49-F238E27FC236}">
                  <a16:creationId xmlns:a16="http://schemas.microsoft.com/office/drawing/2014/main" id="{CBBD09BF-5605-B671-D51A-3820A1995E9B}"/>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8" name="Group 8">
            <a:extLst>
              <a:ext uri="{FF2B5EF4-FFF2-40B4-BE49-F238E27FC236}">
                <a16:creationId xmlns:a16="http://schemas.microsoft.com/office/drawing/2014/main" id="{3C4EEBD5-3670-CF7B-8CBE-6817EF730027}"/>
              </a:ext>
            </a:extLst>
          </p:cNvPr>
          <p:cNvGrpSpPr/>
          <p:nvPr/>
        </p:nvGrpSpPr>
        <p:grpSpPr>
          <a:xfrm>
            <a:off x="304420" y="9507822"/>
            <a:ext cx="190986" cy="190924"/>
            <a:chOff x="0" y="0"/>
            <a:chExt cx="254648" cy="254565"/>
          </a:xfrm>
        </p:grpSpPr>
        <p:sp>
          <p:nvSpPr>
            <p:cNvPr id="9" name="Freeform 9">
              <a:extLst>
                <a:ext uri="{FF2B5EF4-FFF2-40B4-BE49-F238E27FC236}">
                  <a16:creationId xmlns:a16="http://schemas.microsoft.com/office/drawing/2014/main" id="{4EDBB5E8-CE29-5A9C-2D95-A29CA5A79E6E}"/>
                </a:ext>
              </a:extLst>
            </p:cNvPr>
            <p:cNvSpPr/>
            <p:nvPr/>
          </p:nvSpPr>
          <p:spPr>
            <a:xfrm>
              <a:off x="127" y="0"/>
              <a:ext cx="254381" cy="254508"/>
            </a:xfrm>
            <a:custGeom>
              <a:avLst/>
              <a:gdLst/>
              <a:ahLst/>
              <a:cxnLst/>
              <a:rect l="l" t="t" r="r" b="b"/>
              <a:pathLst>
                <a:path w="254381" h="254508">
                  <a:moveTo>
                    <a:pt x="219202" y="36830"/>
                  </a:moveTo>
                  <a:lnTo>
                    <a:pt x="219202" y="219329"/>
                  </a:lnTo>
                  <a:lnTo>
                    <a:pt x="36703" y="219329"/>
                  </a:lnTo>
                  <a:lnTo>
                    <a:pt x="36703" y="36830"/>
                  </a:lnTo>
                  <a:close/>
                  <a:moveTo>
                    <a:pt x="0" y="0"/>
                  </a:moveTo>
                  <a:lnTo>
                    <a:pt x="0" y="254508"/>
                  </a:lnTo>
                  <a:lnTo>
                    <a:pt x="254381" y="254508"/>
                  </a:lnTo>
                  <a:lnTo>
                    <a:pt x="254381" y="0"/>
                  </a:lnTo>
                  <a:close/>
                </a:path>
              </a:pathLst>
            </a:custGeom>
            <a:solidFill>
              <a:srgbClr val="FF9973"/>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0" name="Group 10">
            <a:extLst>
              <a:ext uri="{FF2B5EF4-FFF2-40B4-BE49-F238E27FC236}">
                <a16:creationId xmlns:a16="http://schemas.microsoft.com/office/drawing/2014/main" id="{01EC39CB-ACE3-156A-097A-FA46B3DE78F1}"/>
              </a:ext>
            </a:extLst>
          </p:cNvPr>
          <p:cNvGrpSpPr/>
          <p:nvPr/>
        </p:nvGrpSpPr>
        <p:grpSpPr>
          <a:xfrm>
            <a:off x="17782576" y="1432170"/>
            <a:ext cx="164518" cy="164518"/>
            <a:chOff x="0" y="0"/>
            <a:chExt cx="219357" cy="219357"/>
          </a:xfrm>
        </p:grpSpPr>
        <p:sp>
          <p:nvSpPr>
            <p:cNvPr id="11" name="Freeform 11">
              <a:extLst>
                <a:ext uri="{FF2B5EF4-FFF2-40B4-BE49-F238E27FC236}">
                  <a16:creationId xmlns:a16="http://schemas.microsoft.com/office/drawing/2014/main" id="{554B4625-0DA2-CBAA-DD92-29A7C37C50DF}"/>
                </a:ext>
              </a:extLst>
            </p:cNvPr>
            <p:cNvSpPr/>
            <p:nvPr/>
          </p:nvSpPr>
          <p:spPr>
            <a:xfrm>
              <a:off x="127" y="127"/>
              <a:ext cx="219202" cy="219202"/>
            </a:xfrm>
            <a:custGeom>
              <a:avLst/>
              <a:gdLst/>
              <a:ahLst/>
              <a:cxnLst/>
              <a:rect l="l" t="t" r="r" b="b"/>
              <a:pathLst>
                <a:path w="219202" h="219202">
                  <a:moveTo>
                    <a:pt x="0" y="0"/>
                  </a:moveTo>
                  <a:lnTo>
                    <a:pt x="0" y="219202"/>
                  </a:lnTo>
                  <a:lnTo>
                    <a:pt x="219202" y="219202"/>
                  </a:lnTo>
                  <a:lnTo>
                    <a:pt x="219202" y="0"/>
                  </a:lnTo>
                  <a:close/>
                </a:path>
              </a:pathLst>
            </a:custGeom>
            <a:solidFill>
              <a:srgbClr val="F64975"/>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2" name="Group 12">
            <a:extLst>
              <a:ext uri="{FF2B5EF4-FFF2-40B4-BE49-F238E27FC236}">
                <a16:creationId xmlns:a16="http://schemas.microsoft.com/office/drawing/2014/main" id="{CE86FF36-1789-9125-CA4D-418D95CEAF1E}"/>
              </a:ext>
            </a:extLst>
          </p:cNvPr>
          <p:cNvGrpSpPr/>
          <p:nvPr/>
        </p:nvGrpSpPr>
        <p:grpSpPr>
          <a:xfrm>
            <a:off x="404850" y="8803450"/>
            <a:ext cx="334300" cy="334300"/>
            <a:chOff x="0" y="0"/>
            <a:chExt cx="445733" cy="445733"/>
          </a:xfrm>
        </p:grpSpPr>
        <p:sp>
          <p:nvSpPr>
            <p:cNvPr id="13" name="Freeform 13">
              <a:extLst>
                <a:ext uri="{FF2B5EF4-FFF2-40B4-BE49-F238E27FC236}">
                  <a16:creationId xmlns:a16="http://schemas.microsoft.com/office/drawing/2014/main" id="{5F14A2CA-9B18-E3D5-16DB-9A5515EBAC12}"/>
                </a:ext>
              </a:extLst>
            </p:cNvPr>
            <p:cNvSpPr/>
            <p:nvPr/>
          </p:nvSpPr>
          <p:spPr>
            <a:xfrm>
              <a:off x="0" y="0"/>
              <a:ext cx="445770" cy="445770"/>
            </a:xfrm>
            <a:custGeom>
              <a:avLst/>
              <a:gdLst/>
              <a:ahLst/>
              <a:cxnLst/>
              <a:rect l="l" t="t" r="r" b="b"/>
              <a:pathLst>
                <a:path w="445770" h="445770">
                  <a:moveTo>
                    <a:pt x="415671" y="29972"/>
                  </a:moveTo>
                  <a:lnTo>
                    <a:pt x="415671" y="415671"/>
                  </a:lnTo>
                  <a:lnTo>
                    <a:pt x="29972" y="415671"/>
                  </a:lnTo>
                  <a:lnTo>
                    <a:pt x="29972" y="29972"/>
                  </a:lnTo>
                  <a:close/>
                  <a:moveTo>
                    <a:pt x="0" y="0"/>
                  </a:moveTo>
                  <a:lnTo>
                    <a:pt x="0" y="445770"/>
                  </a:lnTo>
                  <a:lnTo>
                    <a:pt x="445770" y="445770"/>
                  </a:lnTo>
                  <a:lnTo>
                    <a:pt x="445770" y="0"/>
                  </a:lnTo>
                  <a:close/>
                </a:path>
              </a:pathLst>
            </a:custGeom>
            <a:solidFill>
              <a:srgbClr val="FFD6E1"/>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grpSp>
        <p:nvGrpSpPr>
          <p:cNvPr id="14" name="Group 14">
            <a:extLst>
              <a:ext uri="{FF2B5EF4-FFF2-40B4-BE49-F238E27FC236}">
                <a16:creationId xmlns:a16="http://schemas.microsoft.com/office/drawing/2014/main" id="{E517C08A-0C69-A328-4F62-450F6422BE95}"/>
              </a:ext>
            </a:extLst>
          </p:cNvPr>
          <p:cNvGrpSpPr/>
          <p:nvPr/>
        </p:nvGrpSpPr>
        <p:grpSpPr>
          <a:xfrm>
            <a:off x="925800" y="9507800"/>
            <a:ext cx="311850" cy="312750"/>
            <a:chOff x="0" y="0"/>
            <a:chExt cx="415800" cy="417000"/>
          </a:xfrm>
        </p:grpSpPr>
        <p:sp>
          <p:nvSpPr>
            <p:cNvPr id="15" name="Freeform 15">
              <a:extLst>
                <a:ext uri="{FF2B5EF4-FFF2-40B4-BE49-F238E27FC236}">
                  <a16:creationId xmlns:a16="http://schemas.microsoft.com/office/drawing/2014/main" id="{DE4602C6-7B5B-1807-80C5-E5317A54AB69}"/>
                </a:ext>
              </a:extLst>
            </p:cNvPr>
            <p:cNvSpPr/>
            <p:nvPr/>
          </p:nvSpPr>
          <p:spPr>
            <a:xfrm>
              <a:off x="0" y="0"/>
              <a:ext cx="415671" cy="416941"/>
            </a:xfrm>
            <a:custGeom>
              <a:avLst/>
              <a:gdLst/>
              <a:ahLst/>
              <a:cxnLst/>
              <a:rect l="l" t="t" r="r" b="b"/>
              <a:pathLst>
                <a:path w="415671" h="416941">
                  <a:moveTo>
                    <a:pt x="0" y="0"/>
                  </a:moveTo>
                  <a:lnTo>
                    <a:pt x="0" y="416941"/>
                  </a:lnTo>
                  <a:lnTo>
                    <a:pt x="415671" y="416941"/>
                  </a:lnTo>
                  <a:lnTo>
                    <a:pt x="415671" y="0"/>
                  </a:lnTo>
                  <a:close/>
                </a:path>
              </a:pathLst>
            </a:custGeom>
            <a:solidFill>
              <a:srgbClr val="00CFCC"/>
            </a:solidFill>
          </p:spPr>
          <p:txBody>
            <a:bodyPr/>
            <a:lstStyle/>
            <a:p>
              <a:endParaRPr lang="en-ID">
                <a:latin typeface="Noto Sans" panose="020B0502040504020204" pitchFamily="34" charset="0"/>
                <a:ea typeface="Noto Sans" panose="020B0502040504020204" pitchFamily="34" charset="0"/>
                <a:cs typeface="Noto Sans" panose="020B0502040504020204" pitchFamily="34" charset="0"/>
              </a:endParaRPr>
            </a:p>
          </p:txBody>
        </p:sp>
      </p:grpSp>
      <p:sp>
        <p:nvSpPr>
          <p:cNvPr id="16" name="Rectangle 15">
            <a:extLst>
              <a:ext uri="{FF2B5EF4-FFF2-40B4-BE49-F238E27FC236}">
                <a16:creationId xmlns:a16="http://schemas.microsoft.com/office/drawing/2014/main" id="{F94C34C6-414F-FA76-D73B-FA7E29FBBB91}"/>
              </a:ext>
            </a:extLst>
          </p:cNvPr>
          <p:cNvSpPr/>
          <p:nvPr/>
        </p:nvSpPr>
        <p:spPr>
          <a:xfrm>
            <a:off x="685800" y="636117"/>
            <a:ext cx="89154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3200" b="1">
                <a:latin typeface="Noto Sans" panose="020B0502040504020204" pitchFamily="34" charset="0"/>
                <a:ea typeface="Noto Sans" panose="020B0502040504020204" pitchFamily="34" charset="0"/>
                <a:cs typeface="Noto Sans" panose="020B0502040504020204" pitchFamily="34" charset="0"/>
              </a:rPr>
              <a:t>VIII. Kết luận và hướng phát triển</a:t>
            </a:r>
            <a:endParaRPr lang="en-US" sz="3200" b="1">
              <a:latin typeface="Noto Sans" panose="020B0502040504020204" pitchFamily="34" charset="0"/>
              <a:ea typeface="Noto Sans" panose="020B0502040504020204" pitchFamily="34" charset="0"/>
              <a:cs typeface="Noto Sans" panose="020B0502040504020204" pitchFamily="34" charset="0"/>
            </a:endParaRPr>
          </a:p>
        </p:txBody>
      </p:sp>
      <p:sp>
        <p:nvSpPr>
          <p:cNvPr id="19" name="Rectangle 18">
            <a:extLst>
              <a:ext uri="{FF2B5EF4-FFF2-40B4-BE49-F238E27FC236}">
                <a16:creationId xmlns:a16="http://schemas.microsoft.com/office/drawing/2014/main" id="{3875026A-D43C-6344-3AD4-600F99C53F98}"/>
              </a:ext>
            </a:extLst>
          </p:cNvPr>
          <p:cNvSpPr/>
          <p:nvPr/>
        </p:nvSpPr>
        <p:spPr>
          <a:xfrm>
            <a:off x="2514600" y="1514466"/>
            <a:ext cx="5562600" cy="109943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vi-VN" sz="2800">
                <a:latin typeface="Noto Sans" panose="020B0502040504020204" pitchFamily="34" charset="0"/>
                <a:ea typeface="Noto Sans" panose="020B0502040504020204" pitchFamily="34" charset="0"/>
                <a:cs typeface="Noto Sans" panose="020B0502040504020204" pitchFamily="34" charset="0"/>
              </a:rPr>
              <a:t>2. Hướng phát triển</a:t>
            </a:r>
            <a:endParaRPr lang="en-US" sz="2800">
              <a:latin typeface="Noto Sans" panose="020B0502040504020204" pitchFamily="34" charset="0"/>
              <a:ea typeface="Noto Sans" panose="020B0502040504020204" pitchFamily="34" charset="0"/>
              <a:cs typeface="Noto Sans" panose="020B0502040504020204" pitchFamily="34" charset="0"/>
            </a:endParaRPr>
          </a:p>
        </p:txBody>
      </p:sp>
      <p:sp>
        <p:nvSpPr>
          <p:cNvPr id="20" name="Rectangle 19">
            <a:extLst>
              <a:ext uri="{FF2B5EF4-FFF2-40B4-BE49-F238E27FC236}">
                <a16:creationId xmlns:a16="http://schemas.microsoft.com/office/drawing/2014/main" id="{99F936E4-FD0F-8049-A7C3-7228267DBB42}"/>
              </a:ext>
            </a:extLst>
          </p:cNvPr>
          <p:cNvSpPr/>
          <p:nvPr/>
        </p:nvSpPr>
        <p:spPr>
          <a:xfrm>
            <a:off x="2667000" y="4152900"/>
            <a:ext cx="14097000" cy="36599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457200" lvl="0"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Giao diện người dùng: Phát triển GUI bằng Qt.</a:t>
            </a:r>
          </a:p>
          <a:p>
            <a:pPr marL="457200" lvl="0"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Cơ sở dữ liệu: Sử dụng MySQL thay cho file văn bản.</a:t>
            </a:r>
          </a:p>
          <a:p>
            <a:pPr marL="457200" lvl="0"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Tích hợp công nghệ:</a:t>
            </a:r>
          </a:p>
          <a:p>
            <a:pPr marL="914400" lvl="1" indent="-457200">
              <a:lnSpc>
                <a:spcPct val="150000"/>
              </a:lnSpc>
              <a:buFont typeface="Courier New" panose="02070309020205020404" pitchFamily="49" charset="0"/>
              <a:buChar char="o"/>
            </a:pPr>
            <a:r>
              <a:rPr lang="en-US" sz="2800">
                <a:latin typeface="Noto Sans" panose="020B0502040504020204" pitchFamily="34" charset="0"/>
                <a:ea typeface="Noto Sans" panose="020B0502040504020204" pitchFamily="34" charset="0"/>
                <a:cs typeface="Noto Sans" panose="020B0502040504020204" pitchFamily="34" charset="0"/>
              </a:rPr>
              <a:t>Nhận diện biển số (OpenCV)</a:t>
            </a:r>
            <a:r>
              <a:rPr lang="vi-VN" sz="2800">
                <a:latin typeface="Noto Sans" panose="020B0502040504020204" pitchFamily="34" charset="0"/>
                <a:ea typeface="Noto Sans" panose="020B0502040504020204" pitchFamily="34" charset="0"/>
                <a:cs typeface="Noto Sans" panose="020B0502040504020204" pitchFamily="34" charset="0"/>
              </a:rPr>
              <a:t>.</a:t>
            </a:r>
            <a:endParaRPr lang="en-US" sz="2800">
              <a:latin typeface="Noto Sans" panose="020B0502040504020204" pitchFamily="34" charset="0"/>
              <a:ea typeface="Noto Sans" panose="020B0502040504020204" pitchFamily="34" charset="0"/>
              <a:cs typeface="Noto Sans" panose="020B0502040504020204" pitchFamily="34" charset="0"/>
            </a:endParaRPr>
          </a:p>
          <a:p>
            <a:pPr marL="914400" lvl="1" indent="-457200">
              <a:lnSpc>
                <a:spcPct val="150000"/>
              </a:lnSpc>
              <a:buFont typeface="Courier New" panose="02070309020205020404" pitchFamily="49" charset="0"/>
              <a:buChar char="o"/>
            </a:pPr>
            <a:r>
              <a:rPr lang="en-US" sz="2800">
                <a:latin typeface="Noto Sans" panose="020B0502040504020204" pitchFamily="34" charset="0"/>
                <a:ea typeface="Noto Sans" panose="020B0502040504020204" pitchFamily="34" charset="0"/>
                <a:cs typeface="Noto Sans" panose="020B0502040504020204" pitchFamily="34" charset="0"/>
              </a:rPr>
              <a:t>Cảm biến IoT</a:t>
            </a:r>
            <a:r>
              <a:rPr lang="vi-VN" sz="2800">
                <a:latin typeface="Noto Sans" panose="020B0502040504020204" pitchFamily="34" charset="0"/>
                <a:ea typeface="Noto Sans" panose="020B0502040504020204" pitchFamily="34" charset="0"/>
                <a:cs typeface="Noto Sans" panose="020B0502040504020204" pitchFamily="34" charset="0"/>
              </a:rPr>
              <a:t>.</a:t>
            </a:r>
            <a:endParaRPr lang="en-US" sz="2800">
              <a:latin typeface="Noto Sans" panose="020B0502040504020204" pitchFamily="34" charset="0"/>
              <a:ea typeface="Noto Sans" panose="020B0502040504020204" pitchFamily="34" charset="0"/>
              <a:cs typeface="Noto Sans" panose="020B0502040504020204" pitchFamily="34" charset="0"/>
            </a:endParaRPr>
          </a:p>
          <a:p>
            <a:pPr marL="914400" lvl="1" indent="-457200">
              <a:lnSpc>
                <a:spcPct val="150000"/>
              </a:lnSpc>
              <a:buFont typeface="Courier New" panose="02070309020205020404" pitchFamily="49" charset="0"/>
              <a:buChar char="o"/>
            </a:pPr>
            <a:r>
              <a:rPr lang="en-US" sz="2800">
                <a:latin typeface="Noto Sans" panose="020B0502040504020204" pitchFamily="34" charset="0"/>
                <a:ea typeface="Noto Sans" panose="020B0502040504020204" pitchFamily="34" charset="0"/>
                <a:cs typeface="Noto Sans" panose="020B0502040504020204" pitchFamily="34" charset="0"/>
              </a:rPr>
              <a:t>Thanh toán trực tuyến</a:t>
            </a:r>
            <a:r>
              <a:rPr lang="vi-VN" sz="2800">
                <a:latin typeface="Noto Sans" panose="020B0502040504020204" pitchFamily="34" charset="0"/>
                <a:ea typeface="Noto Sans" panose="020B0502040504020204" pitchFamily="34" charset="0"/>
                <a:cs typeface="Noto Sans" panose="020B0502040504020204" pitchFamily="34" charset="0"/>
              </a:rPr>
              <a:t>.</a:t>
            </a:r>
            <a:endParaRPr lang="en-US" sz="2800">
              <a:latin typeface="Noto Sans" panose="020B0502040504020204" pitchFamily="34" charset="0"/>
              <a:ea typeface="Noto Sans" panose="020B0502040504020204" pitchFamily="34" charset="0"/>
              <a:cs typeface="Noto Sans" panose="020B0502040504020204" pitchFamily="34" charset="0"/>
            </a:endParaRPr>
          </a:p>
          <a:p>
            <a:pPr marL="457200" lvl="0"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Tối ưu hiệu suất: Dùng map</a:t>
            </a:r>
            <a:r>
              <a:rPr lang="vi-VN" sz="2800">
                <a:latin typeface="Noto Sans" panose="020B0502040504020204" pitchFamily="34" charset="0"/>
                <a:ea typeface="Noto Sans" panose="020B0502040504020204" pitchFamily="34" charset="0"/>
                <a:cs typeface="Noto Sans" panose="020B0502040504020204" pitchFamily="34" charset="0"/>
              </a:rPr>
              <a:t> thay thế cho pair</a:t>
            </a:r>
            <a:r>
              <a:rPr lang="en-US" sz="2800">
                <a:latin typeface="Noto Sans" panose="020B0502040504020204" pitchFamily="34" charset="0"/>
                <a:ea typeface="Noto Sans" panose="020B0502040504020204" pitchFamily="34" charset="0"/>
                <a:cs typeface="Noto Sans" panose="020B0502040504020204" pitchFamily="34" charset="0"/>
              </a:rPr>
              <a:t>, thêm bộ nhớ đệm để cải thiện tốc độ.</a:t>
            </a:r>
          </a:p>
          <a:p>
            <a:pPr marL="457200" lvl="0"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Khả năng mở rộng: Hỗ trợ nhiều loại xe, linh hoạt theo quy mô bãi xe.</a:t>
            </a:r>
          </a:p>
          <a:p>
            <a:pPr marL="457200" lvl="0"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Ứng dụng di động: Xây dựng ứng</a:t>
            </a:r>
            <a:r>
              <a:rPr lang="vi-VN" sz="2800">
                <a:latin typeface="Noto Sans" panose="020B0502040504020204" pitchFamily="34" charset="0"/>
                <a:ea typeface="Noto Sans" panose="020B0502040504020204" pitchFamily="34" charset="0"/>
                <a:cs typeface="Noto Sans" panose="020B0502040504020204" pitchFamily="34" charset="0"/>
              </a:rPr>
              <a:t> dụng cho di động</a:t>
            </a:r>
            <a:r>
              <a:rPr lang="en-US" sz="2800">
                <a:latin typeface="Noto Sans" panose="020B0502040504020204" pitchFamily="34" charset="0"/>
                <a:ea typeface="Noto Sans" panose="020B0502040504020204" pitchFamily="34" charset="0"/>
                <a:cs typeface="Noto Sans" panose="020B0502040504020204" pitchFamily="34" charset="0"/>
              </a:rPr>
              <a:t> với API kết nối hệ thống.</a:t>
            </a:r>
          </a:p>
          <a:p>
            <a:pPr marL="457200" lvl="0" indent="-457200">
              <a:lnSpc>
                <a:spcPct val="150000"/>
              </a:lnSpc>
              <a:buFont typeface="Arial" panose="020B0604020202020204" pitchFamily="34" charset="0"/>
              <a:buChar char="•"/>
            </a:pPr>
            <a:r>
              <a:rPr lang="en-US" sz="2800">
                <a:latin typeface="Noto Sans" panose="020B0502040504020204" pitchFamily="34" charset="0"/>
                <a:ea typeface="Noto Sans" panose="020B0502040504020204" pitchFamily="34" charset="0"/>
                <a:cs typeface="Noto Sans" panose="020B0502040504020204" pitchFamily="34" charset="0"/>
              </a:rPr>
              <a:t>Trí tuệ nhân tạo (AI): Dự đoán giờ cao điểm, tối ưu vị trí đỗ xe.</a:t>
            </a:r>
          </a:p>
        </p:txBody>
      </p:sp>
    </p:spTree>
    <p:extLst>
      <p:ext uri="{BB962C8B-B14F-4D97-AF65-F5344CB8AC3E}">
        <p14:creationId xmlns:p14="http://schemas.microsoft.com/office/powerpoint/2010/main" val="343612751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3" name="Rectangle 1032">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2286" y="0"/>
            <a:ext cx="18283428" cy="10287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032" name="Picture 8" descr="Page 5 - Free, editable, professional-quality YouTube outro templates |  Canva">
            <a:extLst>
              <a:ext uri="{FF2B5EF4-FFF2-40B4-BE49-F238E27FC236}">
                <a16:creationId xmlns:a16="http://schemas.microsoft.com/office/drawing/2014/main" id="{52A4B14F-9152-6F3A-7ED3-C2A22D2177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8288000" cy="10287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475</TotalTime>
  <Words>2022</Words>
  <Application>Microsoft Office PowerPoint</Application>
  <PresentationFormat>Custom</PresentationFormat>
  <Paragraphs>232</Paragraphs>
  <Slides>27</Slides>
  <Notes>26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Calibri</vt:lpstr>
      <vt:lpstr>Noto Sans Bold</vt:lpstr>
      <vt:lpstr>Courier New</vt:lpstr>
      <vt:lpstr>Noto Sans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nhaxethongminh.pptx</dc:title>
  <cp:lastModifiedBy>Nguyễn Ngọc Anh</cp:lastModifiedBy>
  <cp:revision>47</cp:revision>
  <dcterms:created xsi:type="dcterms:W3CDTF">2006-08-16T00:00:00Z</dcterms:created>
  <dcterms:modified xsi:type="dcterms:W3CDTF">2025-06-16T17:23:18Z</dcterms:modified>
  <dc:identifier>DAGm2rRpAuA</dc:identifier>
</cp:coreProperties>
</file>