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 id="272" r:id="rId16"/>
    <p:sldId id="274" r:id="rId17"/>
  </p:sldIdLst>
  <p:sldSz cx="18288000" cy="10287000"/>
  <p:notesSz cx="6858000" cy="9144000"/>
  <p:embeddedFontLst>
    <p:embeddedFont>
      <p:font typeface="Arimo" panose="020B0604020202020204" charset="0"/>
      <p:regular r:id="rId19"/>
    </p:embeddedFont>
    <p:embeddedFont>
      <p:font typeface="Noto Sans" panose="020B0502040504020204" pitchFamily="34" charset="0"/>
      <p:regular r:id="rId20"/>
      <p:bold r:id="rId21"/>
      <p:italic r:id="rId22"/>
      <p:boldItalic r:id="rId23"/>
    </p:embeddedFont>
    <p:embeddedFont>
      <p:font typeface="Noto Sans Bold" panose="020B0502040504020204" pitchFamily="34" charset="0"/>
      <p:regular r:id="rId24"/>
      <p:bold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8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0" d="100"/>
          <a:sy n="70" d="100"/>
        </p:scale>
        <p:origin x="260"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25.05.2025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jpe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jp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jpeg"/><Relationship Id="rId9" Type="http://schemas.openxmlformats.org/officeDocument/2006/relationships/image" Target="../media/image17.png"/></Relationships>
</file>

<file path=ppt/slides/_rels/slide3.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5.jpg"/><Relationship Id="rId3" Type="http://schemas.openxmlformats.org/officeDocument/2006/relationships/image" Target="../media/image15.png"/><Relationship Id="rId7" Type="http://schemas.openxmlformats.org/officeDocument/2006/relationships/image" Target="../media/image21.png"/><Relationship Id="rId12" Type="http://schemas.openxmlformats.org/officeDocument/2006/relationships/image" Target="../media/image24.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0.svg"/><Relationship Id="rId11" Type="http://schemas.openxmlformats.org/officeDocument/2006/relationships/image" Target="../media/image23.png"/><Relationship Id="rId5" Type="http://schemas.openxmlformats.org/officeDocument/2006/relationships/image" Target="../media/image19.png"/><Relationship Id="rId10" Type="http://schemas.openxmlformats.org/officeDocument/2006/relationships/image" Target="../media/image14.svg"/><Relationship Id="rId4" Type="http://schemas.openxmlformats.org/officeDocument/2006/relationships/image" Target="../media/image16.sv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 Id="rId9" Type="http://schemas.openxmlformats.org/officeDocument/2006/relationships/image" Target="../media/image20.svg"/></Relationships>
</file>

<file path=ppt/slides/_rels/slide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svg"/></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svg"/></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43.svg"/><Relationship Id="rId4" Type="http://schemas.openxmlformats.org/officeDocument/2006/relationships/image" Target="../media/image42.png"/></Relationships>
</file>

<file path=ppt/slides/_rels/slide1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svg"/></Relationships>
</file>

<file path=ppt/slides/_rels/slide1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48.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9.gif"/><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845"/>
        </a:solidFill>
        <a:effectLst/>
      </p:bgPr>
    </p:bg>
    <p:spTree>
      <p:nvGrpSpPr>
        <p:cNvPr id="1" name=""/>
        <p:cNvGrpSpPr/>
        <p:nvPr/>
      </p:nvGrpSpPr>
      <p:grpSpPr>
        <a:xfrm>
          <a:off x="0" y="0"/>
          <a:ext cx="0" cy="0"/>
          <a:chOff x="0" y="0"/>
          <a:chExt cx="0" cy="0"/>
        </a:xfrm>
      </p:grpSpPr>
      <p:grpSp>
        <p:nvGrpSpPr>
          <p:cNvPr id="2" name="Group 2"/>
          <p:cNvGrpSpPr/>
          <p:nvPr/>
        </p:nvGrpSpPr>
        <p:grpSpPr>
          <a:xfrm>
            <a:off x="17559713" y="477093"/>
            <a:ext cx="121618" cy="121148"/>
            <a:chOff x="0" y="0"/>
            <a:chExt cx="162157" cy="161531"/>
          </a:xfrm>
        </p:grpSpPr>
        <p:sp>
          <p:nvSpPr>
            <p:cNvPr id="3" name="Freeform 3"/>
            <p:cNvSpPr/>
            <p:nvPr/>
          </p:nvSpPr>
          <p:spPr>
            <a:xfrm>
              <a:off x="0" y="0"/>
              <a:ext cx="162179" cy="161417"/>
            </a:xfrm>
            <a:custGeom>
              <a:avLst/>
              <a:gdLst/>
              <a:ahLst/>
              <a:cxnLst/>
              <a:rect l="l" t="t" r="r" b="b"/>
              <a:pathLst>
                <a:path w="162179" h="161417">
                  <a:moveTo>
                    <a:pt x="3937" y="0"/>
                  </a:moveTo>
                  <a:lnTo>
                    <a:pt x="158242" y="0"/>
                  </a:lnTo>
                  <a:cubicBezTo>
                    <a:pt x="160401" y="0"/>
                    <a:pt x="162179" y="1778"/>
                    <a:pt x="162179" y="3937"/>
                  </a:cubicBezTo>
                  <a:lnTo>
                    <a:pt x="162179" y="157480"/>
                  </a:lnTo>
                  <a:cubicBezTo>
                    <a:pt x="162179" y="159639"/>
                    <a:pt x="160401" y="161417"/>
                    <a:pt x="158242" y="161417"/>
                  </a:cubicBezTo>
                  <a:lnTo>
                    <a:pt x="3937" y="161417"/>
                  </a:lnTo>
                  <a:cubicBezTo>
                    <a:pt x="1778" y="161417"/>
                    <a:pt x="0" y="159639"/>
                    <a:pt x="0" y="157480"/>
                  </a:cubicBezTo>
                  <a:lnTo>
                    <a:pt x="0" y="3937"/>
                  </a:lnTo>
                  <a:cubicBezTo>
                    <a:pt x="0" y="1778"/>
                    <a:pt x="1778" y="0"/>
                    <a:pt x="3937" y="0"/>
                  </a:cubicBezTo>
                  <a:moveTo>
                    <a:pt x="3937" y="7874"/>
                  </a:moveTo>
                  <a:lnTo>
                    <a:pt x="3937" y="3937"/>
                  </a:lnTo>
                  <a:lnTo>
                    <a:pt x="7874" y="3937"/>
                  </a:lnTo>
                  <a:lnTo>
                    <a:pt x="7874" y="157480"/>
                  </a:lnTo>
                  <a:lnTo>
                    <a:pt x="3937" y="157480"/>
                  </a:lnTo>
                  <a:lnTo>
                    <a:pt x="3937" y="153543"/>
                  </a:lnTo>
                  <a:lnTo>
                    <a:pt x="158242" y="153543"/>
                  </a:lnTo>
                  <a:lnTo>
                    <a:pt x="158242" y="157480"/>
                  </a:lnTo>
                  <a:lnTo>
                    <a:pt x="154305" y="157480"/>
                  </a:lnTo>
                  <a:lnTo>
                    <a:pt x="154305" y="3937"/>
                  </a:lnTo>
                  <a:lnTo>
                    <a:pt x="158242" y="3937"/>
                  </a:lnTo>
                  <a:lnTo>
                    <a:pt x="158242" y="7874"/>
                  </a:lnTo>
                  <a:lnTo>
                    <a:pt x="3937" y="7874"/>
                  </a:lnTo>
                  <a:close/>
                </a:path>
              </a:pathLst>
            </a:custGeom>
            <a:solidFill>
              <a:srgbClr val="00CFCC"/>
            </a:solidFill>
          </p:spPr>
          <p:txBody>
            <a:bodyPr/>
            <a:lstStyle/>
            <a:p>
              <a:endParaRPr lang="en-ID"/>
            </a:p>
          </p:txBody>
        </p:sp>
      </p:grpSp>
      <p:sp>
        <p:nvSpPr>
          <p:cNvPr id="4" name="Freeform 4"/>
          <p:cNvSpPr/>
          <p:nvPr/>
        </p:nvSpPr>
        <p:spPr>
          <a:xfrm>
            <a:off x="17292531" y="2507530"/>
            <a:ext cx="388800" cy="4942460"/>
          </a:xfrm>
          <a:custGeom>
            <a:avLst/>
            <a:gdLst/>
            <a:ahLst/>
            <a:cxnLst/>
            <a:rect l="l" t="t" r="r" b="b"/>
            <a:pathLst>
              <a:path w="388800" h="4942460">
                <a:moveTo>
                  <a:pt x="0" y="0"/>
                </a:moveTo>
                <a:lnTo>
                  <a:pt x="388800" y="0"/>
                </a:lnTo>
                <a:lnTo>
                  <a:pt x="388800" y="4942460"/>
                </a:lnTo>
                <a:lnTo>
                  <a:pt x="0" y="49424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D"/>
          </a:p>
        </p:txBody>
      </p:sp>
      <p:sp>
        <p:nvSpPr>
          <p:cNvPr id="5" name="Freeform 5"/>
          <p:cNvSpPr/>
          <p:nvPr/>
        </p:nvSpPr>
        <p:spPr>
          <a:xfrm>
            <a:off x="275621" y="42892"/>
            <a:ext cx="202068" cy="3815363"/>
          </a:xfrm>
          <a:custGeom>
            <a:avLst/>
            <a:gdLst/>
            <a:ahLst/>
            <a:cxnLst/>
            <a:rect l="l" t="t" r="r" b="b"/>
            <a:pathLst>
              <a:path w="202068" h="3815363">
                <a:moveTo>
                  <a:pt x="0" y="0"/>
                </a:moveTo>
                <a:lnTo>
                  <a:pt x="202068" y="0"/>
                </a:lnTo>
                <a:lnTo>
                  <a:pt x="202068" y="3815363"/>
                </a:lnTo>
                <a:lnTo>
                  <a:pt x="0" y="381536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D"/>
          </a:p>
        </p:txBody>
      </p:sp>
      <p:sp>
        <p:nvSpPr>
          <p:cNvPr id="6" name="Freeform 6"/>
          <p:cNvSpPr/>
          <p:nvPr/>
        </p:nvSpPr>
        <p:spPr>
          <a:xfrm>
            <a:off x="828908" y="3763112"/>
            <a:ext cx="242868" cy="4086802"/>
          </a:xfrm>
          <a:custGeom>
            <a:avLst/>
            <a:gdLst/>
            <a:ahLst/>
            <a:cxnLst/>
            <a:rect l="l" t="t" r="r" b="b"/>
            <a:pathLst>
              <a:path w="242868" h="4086802">
                <a:moveTo>
                  <a:pt x="0" y="0"/>
                </a:moveTo>
                <a:lnTo>
                  <a:pt x="242868" y="0"/>
                </a:lnTo>
                <a:lnTo>
                  <a:pt x="242868" y="4086802"/>
                </a:lnTo>
                <a:lnTo>
                  <a:pt x="0" y="408680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D"/>
          </a:p>
        </p:txBody>
      </p:sp>
      <p:grpSp>
        <p:nvGrpSpPr>
          <p:cNvPr id="7" name="Group 7"/>
          <p:cNvGrpSpPr/>
          <p:nvPr/>
        </p:nvGrpSpPr>
        <p:grpSpPr>
          <a:xfrm>
            <a:off x="16108139" y="3436953"/>
            <a:ext cx="214122" cy="214594"/>
            <a:chOff x="0" y="0"/>
            <a:chExt cx="285496" cy="286125"/>
          </a:xfrm>
        </p:grpSpPr>
        <p:sp>
          <p:nvSpPr>
            <p:cNvPr id="8" name="Freeform 8"/>
            <p:cNvSpPr/>
            <p:nvPr/>
          </p:nvSpPr>
          <p:spPr>
            <a:xfrm>
              <a:off x="127" y="127"/>
              <a:ext cx="285369" cy="286004"/>
            </a:xfrm>
            <a:custGeom>
              <a:avLst/>
              <a:gdLst/>
              <a:ahLst/>
              <a:cxnLst/>
              <a:rect l="l" t="t" r="r" b="b"/>
              <a:pathLst>
                <a:path w="285369" h="286004">
                  <a:moveTo>
                    <a:pt x="3937" y="0"/>
                  </a:moveTo>
                  <a:lnTo>
                    <a:pt x="281432" y="0"/>
                  </a:lnTo>
                  <a:cubicBezTo>
                    <a:pt x="283591" y="0"/>
                    <a:pt x="285369" y="1778"/>
                    <a:pt x="285369" y="3937"/>
                  </a:cubicBezTo>
                  <a:lnTo>
                    <a:pt x="285369" y="282067"/>
                  </a:lnTo>
                  <a:cubicBezTo>
                    <a:pt x="285369" y="284226"/>
                    <a:pt x="283591" y="286004"/>
                    <a:pt x="281432" y="286004"/>
                  </a:cubicBezTo>
                  <a:lnTo>
                    <a:pt x="3937" y="286004"/>
                  </a:lnTo>
                  <a:cubicBezTo>
                    <a:pt x="1778" y="286004"/>
                    <a:pt x="0" y="284226"/>
                    <a:pt x="0" y="282067"/>
                  </a:cubicBezTo>
                  <a:lnTo>
                    <a:pt x="0" y="3937"/>
                  </a:lnTo>
                  <a:cubicBezTo>
                    <a:pt x="0" y="1778"/>
                    <a:pt x="1778" y="0"/>
                    <a:pt x="3937" y="0"/>
                  </a:cubicBezTo>
                  <a:moveTo>
                    <a:pt x="3937" y="7874"/>
                  </a:moveTo>
                  <a:lnTo>
                    <a:pt x="3937" y="3937"/>
                  </a:lnTo>
                  <a:lnTo>
                    <a:pt x="7874" y="3937"/>
                  </a:lnTo>
                  <a:lnTo>
                    <a:pt x="7874" y="282067"/>
                  </a:lnTo>
                  <a:lnTo>
                    <a:pt x="3937" y="282067"/>
                  </a:lnTo>
                  <a:lnTo>
                    <a:pt x="3937" y="278003"/>
                  </a:lnTo>
                  <a:lnTo>
                    <a:pt x="281432" y="278003"/>
                  </a:lnTo>
                  <a:lnTo>
                    <a:pt x="281432" y="281940"/>
                  </a:lnTo>
                  <a:lnTo>
                    <a:pt x="277495" y="281940"/>
                  </a:lnTo>
                  <a:lnTo>
                    <a:pt x="277495" y="3937"/>
                  </a:lnTo>
                  <a:lnTo>
                    <a:pt x="281432" y="3937"/>
                  </a:lnTo>
                  <a:lnTo>
                    <a:pt x="281432" y="7874"/>
                  </a:lnTo>
                  <a:lnTo>
                    <a:pt x="3937" y="7874"/>
                  </a:lnTo>
                  <a:close/>
                </a:path>
              </a:pathLst>
            </a:custGeom>
            <a:solidFill>
              <a:srgbClr val="00CFCC"/>
            </a:solidFill>
          </p:spPr>
          <p:txBody>
            <a:bodyPr/>
            <a:lstStyle/>
            <a:p>
              <a:endParaRPr lang="en-ID"/>
            </a:p>
          </p:txBody>
        </p:sp>
      </p:grpSp>
      <p:sp>
        <p:nvSpPr>
          <p:cNvPr id="9" name="Freeform 9"/>
          <p:cNvSpPr/>
          <p:nvPr/>
        </p:nvSpPr>
        <p:spPr>
          <a:xfrm>
            <a:off x="16322261" y="4978760"/>
            <a:ext cx="398002" cy="4279540"/>
          </a:xfrm>
          <a:custGeom>
            <a:avLst/>
            <a:gdLst/>
            <a:ahLst/>
            <a:cxnLst/>
            <a:rect l="l" t="t" r="r" b="b"/>
            <a:pathLst>
              <a:path w="398002" h="4279540">
                <a:moveTo>
                  <a:pt x="0" y="0"/>
                </a:moveTo>
                <a:lnTo>
                  <a:pt x="398002" y="0"/>
                </a:lnTo>
                <a:lnTo>
                  <a:pt x="398002" y="4279540"/>
                </a:lnTo>
                <a:lnTo>
                  <a:pt x="0" y="427954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D"/>
          </a:p>
        </p:txBody>
      </p:sp>
      <p:sp>
        <p:nvSpPr>
          <p:cNvPr id="10" name="AutoShape 10"/>
          <p:cNvSpPr/>
          <p:nvPr/>
        </p:nvSpPr>
        <p:spPr>
          <a:xfrm flipV="1">
            <a:off x="6105885" y="1931523"/>
            <a:ext cx="6076231" cy="19050"/>
          </a:xfrm>
          <a:prstGeom prst="line">
            <a:avLst/>
          </a:prstGeom>
          <a:ln w="38100" cap="flat">
            <a:solidFill>
              <a:srgbClr val="FFFFFF"/>
            </a:solidFill>
            <a:prstDash val="solid"/>
            <a:headEnd type="none" w="sm" len="sm"/>
            <a:tailEnd type="none" w="sm" len="sm"/>
          </a:ln>
        </p:spPr>
        <p:txBody>
          <a:bodyPr/>
          <a:lstStyle/>
          <a:p>
            <a:endParaRPr lang="en-ID"/>
          </a:p>
        </p:txBody>
      </p:sp>
      <p:sp>
        <p:nvSpPr>
          <p:cNvPr id="11" name="Freeform 11"/>
          <p:cNvSpPr/>
          <p:nvPr/>
        </p:nvSpPr>
        <p:spPr>
          <a:xfrm>
            <a:off x="1095220" y="860742"/>
            <a:ext cx="2105180" cy="2072958"/>
          </a:xfrm>
          <a:custGeom>
            <a:avLst/>
            <a:gdLst/>
            <a:ahLst/>
            <a:cxnLst/>
            <a:rect l="l" t="t" r="r" b="b"/>
            <a:pathLst>
              <a:path w="2105180" h="2072958">
                <a:moveTo>
                  <a:pt x="0" y="0"/>
                </a:moveTo>
                <a:lnTo>
                  <a:pt x="2105180" y="0"/>
                </a:lnTo>
                <a:lnTo>
                  <a:pt x="2105180" y="2072959"/>
                </a:lnTo>
                <a:lnTo>
                  <a:pt x="0" y="2072959"/>
                </a:lnTo>
                <a:lnTo>
                  <a:pt x="0" y="0"/>
                </a:lnTo>
                <a:close/>
              </a:path>
            </a:pathLst>
          </a:custGeom>
          <a:blipFill>
            <a:blip r:embed="rId11"/>
            <a:stretch>
              <a:fillRect/>
            </a:stretch>
          </a:blipFill>
        </p:spPr>
        <p:txBody>
          <a:bodyPr/>
          <a:lstStyle/>
          <a:p>
            <a:endParaRPr lang="en-ID"/>
          </a:p>
        </p:txBody>
      </p:sp>
      <p:sp>
        <p:nvSpPr>
          <p:cNvPr id="12" name="Freeform 12"/>
          <p:cNvSpPr/>
          <p:nvPr/>
        </p:nvSpPr>
        <p:spPr>
          <a:xfrm>
            <a:off x="15225466" y="860742"/>
            <a:ext cx="1967314" cy="1967314"/>
          </a:xfrm>
          <a:custGeom>
            <a:avLst/>
            <a:gdLst/>
            <a:ahLst/>
            <a:cxnLst/>
            <a:rect l="l" t="t" r="r" b="b"/>
            <a:pathLst>
              <a:path w="1967314" h="1967314">
                <a:moveTo>
                  <a:pt x="0" y="0"/>
                </a:moveTo>
                <a:lnTo>
                  <a:pt x="1967314" y="0"/>
                </a:lnTo>
                <a:lnTo>
                  <a:pt x="1967314" y="1967314"/>
                </a:lnTo>
                <a:lnTo>
                  <a:pt x="0" y="1967314"/>
                </a:lnTo>
                <a:lnTo>
                  <a:pt x="0" y="0"/>
                </a:lnTo>
                <a:close/>
              </a:path>
            </a:pathLst>
          </a:custGeom>
          <a:blipFill>
            <a:blip r:embed="rId12"/>
            <a:stretch>
              <a:fillRect/>
            </a:stretch>
          </a:blipFill>
        </p:spPr>
        <p:txBody>
          <a:bodyPr/>
          <a:lstStyle/>
          <a:p>
            <a:endParaRPr lang="en-ID"/>
          </a:p>
        </p:txBody>
      </p:sp>
      <p:sp>
        <p:nvSpPr>
          <p:cNvPr id="13" name="TextBox 13"/>
          <p:cNvSpPr txBox="1"/>
          <p:nvPr/>
        </p:nvSpPr>
        <p:spPr>
          <a:xfrm>
            <a:off x="5834242" y="2946752"/>
            <a:ext cx="6619516" cy="899029"/>
          </a:xfrm>
          <a:prstGeom prst="rect">
            <a:avLst/>
          </a:prstGeom>
        </p:spPr>
        <p:txBody>
          <a:bodyPr wrap="square" lIns="0" tIns="0" rIns="0" bIns="0" rtlCol="0" anchor="t">
            <a:spAutoFit/>
          </a:bodyPr>
          <a:lstStyle/>
          <a:p>
            <a:pPr algn="just">
              <a:lnSpc>
                <a:spcPts val="7515"/>
              </a:lnSpc>
            </a:pPr>
            <a:r>
              <a:rPr lang="en-US" sz="5368" b="1" dirty="0">
                <a:solidFill>
                  <a:srgbClr val="FFFFFF"/>
                </a:solidFill>
                <a:latin typeface="Noto Sans Bold"/>
                <a:ea typeface="Noto Sans Bold"/>
                <a:cs typeface="Noto Sans Bold"/>
                <a:sym typeface="Noto Sans Bold"/>
              </a:rPr>
              <a:t>PBL 1: LẬP TRÌNH</a:t>
            </a:r>
          </a:p>
        </p:txBody>
      </p:sp>
      <p:sp>
        <p:nvSpPr>
          <p:cNvPr id="14" name="TextBox 14"/>
          <p:cNvSpPr txBox="1"/>
          <p:nvPr/>
        </p:nvSpPr>
        <p:spPr>
          <a:xfrm>
            <a:off x="5182071" y="679861"/>
            <a:ext cx="7923859" cy="1047750"/>
          </a:xfrm>
          <a:prstGeom prst="rect">
            <a:avLst/>
          </a:prstGeom>
        </p:spPr>
        <p:txBody>
          <a:bodyPr wrap="square" lIns="0" tIns="0" rIns="0" bIns="0" rtlCol="0" anchor="t">
            <a:spAutoFit/>
          </a:bodyPr>
          <a:lstStyle/>
          <a:p>
            <a:pPr algn="ctr">
              <a:lnSpc>
                <a:spcPts val="4200"/>
              </a:lnSpc>
            </a:pPr>
            <a:r>
              <a:rPr lang="en-US" sz="3000" b="1" dirty="0">
                <a:solidFill>
                  <a:srgbClr val="FFFFFF"/>
                </a:solidFill>
                <a:latin typeface="Noto Sans Bold"/>
                <a:ea typeface="Noto Sans Bold"/>
                <a:cs typeface="Noto Sans Bold"/>
                <a:sym typeface="Noto Sans Bold"/>
              </a:rPr>
              <a:t>TRƯỜNG ĐẠI HỌC BÁCH KHOA ĐÀ NẴNG</a:t>
            </a:r>
          </a:p>
          <a:p>
            <a:pPr algn="ctr">
              <a:lnSpc>
                <a:spcPts val="4200"/>
              </a:lnSpc>
            </a:pPr>
            <a:r>
              <a:rPr lang="en-US" sz="3000" b="1" dirty="0">
                <a:solidFill>
                  <a:srgbClr val="FFFFFF"/>
                </a:solidFill>
                <a:latin typeface="Noto Sans Bold"/>
                <a:ea typeface="Noto Sans Bold"/>
                <a:cs typeface="Noto Sans Bold"/>
                <a:sym typeface="Noto Sans Bold"/>
              </a:rPr>
              <a:t>KHOA ĐIỆN TỬ - VIỄN THÔNG </a:t>
            </a:r>
          </a:p>
        </p:txBody>
      </p:sp>
      <p:sp>
        <p:nvSpPr>
          <p:cNvPr id="15" name="TextBox 15"/>
          <p:cNvSpPr txBox="1"/>
          <p:nvPr/>
        </p:nvSpPr>
        <p:spPr>
          <a:xfrm>
            <a:off x="1028700" y="4686300"/>
            <a:ext cx="16230600" cy="2989921"/>
          </a:xfrm>
          <a:prstGeom prst="rect">
            <a:avLst/>
          </a:prstGeom>
        </p:spPr>
        <p:txBody>
          <a:bodyPr lIns="0" tIns="0" rIns="0" bIns="0" rtlCol="0" anchor="t">
            <a:spAutoFit/>
          </a:bodyPr>
          <a:lstStyle/>
          <a:p>
            <a:pPr algn="ctr">
              <a:lnSpc>
                <a:spcPct val="150000"/>
              </a:lnSpc>
            </a:pPr>
            <a:r>
              <a:rPr lang="en-US" sz="6841" b="1">
                <a:solidFill>
                  <a:srgbClr val="FF5757"/>
                </a:solidFill>
                <a:latin typeface="Noto Sans Bold"/>
                <a:ea typeface="Noto Sans Bold"/>
                <a:cs typeface="Noto Sans Bold"/>
                <a:sym typeface="Noto Sans Bold"/>
              </a:rPr>
              <a:t>XÂY DỰNG HỆ THỐNG BÃI GIỮ XE THÔNG MINH</a:t>
            </a:r>
            <a:endParaRPr lang="en-US" sz="6841" b="1" dirty="0">
              <a:solidFill>
                <a:srgbClr val="FF5757"/>
              </a:solidFill>
              <a:latin typeface="Noto Sans Bold"/>
              <a:ea typeface="Noto Sans Bold"/>
              <a:cs typeface="Noto Sans Bold"/>
              <a:sym typeface="Noto Sans Bold"/>
            </a:endParaRPr>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845"/>
        </a:solidFill>
        <a:effectLst/>
      </p:bgPr>
    </p:bg>
    <p:spTree>
      <p:nvGrpSpPr>
        <p:cNvPr id="1" name=""/>
        <p:cNvGrpSpPr/>
        <p:nvPr/>
      </p:nvGrpSpPr>
      <p:grpSpPr>
        <a:xfrm>
          <a:off x="0" y="0"/>
          <a:ext cx="0" cy="0"/>
          <a:chOff x="0" y="0"/>
          <a:chExt cx="0" cy="0"/>
        </a:xfrm>
      </p:grpSpPr>
      <p:grpSp>
        <p:nvGrpSpPr>
          <p:cNvPr id="2" name="Group 2"/>
          <p:cNvGrpSpPr/>
          <p:nvPr/>
        </p:nvGrpSpPr>
        <p:grpSpPr>
          <a:xfrm>
            <a:off x="17225526" y="1735550"/>
            <a:ext cx="334300" cy="334300"/>
            <a:chOff x="0" y="0"/>
            <a:chExt cx="445733" cy="445733"/>
          </a:xfrm>
        </p:grpSpPr>
        <p:sp>
          <p:nvSpPr>
            <p:cNvPr id="3" name="Freeform 3"/>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4" name="Group 4"/>
          <p:cNvGrpSpPr/>
          <p:nvPr/>
        </p:nvGrpSpPr>
        <p:grpSpPr>
          <a:xfrm>
            <a:off x="17284050" y="970350"/>
            <a:ext cx="217300" cy="217300"/>
            <a:chOff x="0" y="0"/>
            <a:chExt cx="289733" cy="289733"/>
          </a:xfrm>
        </p:grpSpPr>
        <p:sp>
          <p:nvSpPr>
            <p:cNvPr id="5" name="Freeform 5"/>
            <p:cNvSpPr/>
            <p:nvPr/>
          </p:nvSpPr>
          <p:spPr>
            <a:xfrm>
              <a:off x="127" y="127"/>
              <a:ext cx="289560" cy="289560"/>
            </a:xfrm>
            <a:custGeom>
              <a:avLst/>
              <a:gdLst/>
              <a:ahLst/>
              <a:cxnLst/>
              <a:rect l="l" t="t" r="r" b="b"/>
              <a:pathLst>
                <a:path w="289560" h="289560">
                  <a:moveTo>
                    <a:pt x="267081" y="23622"/>
                  </a:moveTo>
                  <a:lnTo>
                    <a:pt x="267081" y="268351"/>
                  </a:lnTo>
                  <a:lnTo>
                    <a:pt x="22352" y="268351"/>
                  </a:lnTo>
                  <a:lnTo>
                    <a:pt x="22352" y="23622"/>
                  </a:lnTo>
                  <a:close/>
                  <a:moveTo>
                    <a:pt x="0" y="0"/>
                  </a:moveTo>
                  <a:lnTo>
                    <a:pt x="0" y="289560"/>
                  </a:lnTo>
                  <a:lnTo>
                    <a:pt x="289560" y="289560"/>
                  </a:lnTo>
                  <a:lnTo>
                    <a:pt x="289560" y="0"/>
                  </a:lnTo>
                  <a:close/>
                </a:path>
              </a:pathLst>
            </a:custGeom>
            <a:solidFill>
              <a:srgbClr val="FC723F"/>
            </a:solidFill>
          </p:spPr>
          <p:txBody>
            <a:bodyPr/>
            <a:lstStyle/>
            <a:p>
              <a:endParaRPr lang="en-ID"/>
            </a:p>
          </p:txBody>
        </p:sp>
      </p:grpSp>
      <p:grpSp>
        <p:nvGrpSpPr>
          <p:cNvPr id="6" name="Group 6"/>
          <p:cNvGrpSpPr/>
          <p:nvPr/>
        </p:nvGrpSpPr>
        <p:grpSpPr>
          <a:xfrm>
            <a:off x="17708900" y="390050"/>
            <a:ext cx="311850" cy="312750"/>
            <a:chOff x="0" y="0"/>
            <a:chExt cx="415800" cy="417000"/>
          </a:xfrm>
        </p:grpSpPr>
        <p:sp>
          <p:nvSpPr>
            <p:cNvPr id="7" name="Freeform 7"/>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grpSp>
        <p:nvGrpSpPr>
          <p:cNvPr id="8" name="Group 8"/>
          <p:cNvGrpSpPr/>
          <p:nvPr/>
        </p:nvGrpSpPr>
        <p:grpSpPr>
          <a:xfrm>
            <a:off x="304420" y="9507822"/>
            <a:ext cx="190986" cy="190924"/>
            <a:chOff x="0" y="0"/>
            <a:chExt cx="254648" cy="254565"/>
          </a:xfrm>
        </p:grpSpPr>
        <p:sp>
          <p:nvSpPr>
            <p:cNvPr id="9" name="Freeform 9"/>
            <p:cNvSpPr/>
            <p:nvPr/>
          </p:nvSpPr>
          <p:spPr>
            <a:xfrm>
              <a:off x="127" y="0"/>
              <a:ext cx="254381" cy="254508"/>
            </a:xfrm>
            <a:custGeom>
              <a:avLst/>
              <a:gdLst/>
              <a:ahLst/>
              <a:cxnLst/>
              <a:rect l="l" t="t" r="r" b="b"/>
              <a:pathLst>
                <a:path w="254381" h="254508">
                  <a:moveTo>
                    <a:pt x="219202" y="36830"/>
                  </a:moveTo>
                  <a:lnTo>
                    <a:pt x="219202" y="219329"/>
                  </a:lnTo>
                  <a:lnTo>
                    <a:pt x="36703" y="219329"/>
                  </a:lnTo>
                  <a:lnTo>
                    <a:pt x="36703" y="36830"/>
                  </a:lnTo>
                  <a:close/>
                  <a:moveTo>
                    <a:pt x="0" y="0"/>
                  </a:moveTo>
                  <a:lnTo>
                    <a:pt x="0" y="254508"/>
                  </a:lnTo>
                  <a:lnTo>
                    <a:pt x="254381" y="254508"/>
                  </a:lnTo>
                  <a:lnTo>
                    <a:pt x="254381" y="0"/>
                  </a:lnTo>
                  <a:close/>
                </a:path>
              </a:pathLst>
            </a:custGeom>
            <a:solidFill>
              <a:srgbClr val="FF9973"/>
            </a:solidFill>
          </p:spPr>
          <p:txBody>
            <a:bodyPr/>
            <a:lstStyle/>
            <a:p>
              <a:endParaRPr lang="en-ID"/>
            </a:p>
          </p:txBody>
        </p:sp>
      </p:grpSp>
      <p:grpSp>
        <p:nvGrpSpPr>
          <p:cNvPr id="10" name="Group 10"/>
          <p:cNvGrpSpPr/>
          <p:nvPr/>
        </p:nvGrpSpPr>
        <p:grpSpPr>
          <a:xfrm>
            <a:off x="17782576" y="1432170"/>
            <a:ext cx="164518" cy="164518"/>
            <a:chOff x="0" y="0"/>
            <a:chExt cx="219357" cy="219357"/>
          </a:xfrm>
        </p:grpSpPr>
        <p:sp>
          <p:nvSpPr>
            <p:cNvPr id="11" name="Freeform 11"/>
            <p:cNvSpPr/>
            <p:nvPr/>
          </p:nvSpPr>
          <p:spPr>
            <a:xfrm>
              <a:off x="127" y="127"/>
              <a:ext cx="219202" cy="219202"/>
            </a:xfrm>
            <a:custGeom>
              <a:avLst/>
              <a:gdLst/>
              <a:ahLst/>
              <a:cxnLst/>
              <a:rect l="l" t="t" r="r" b="b"/>
              <a:pathLst>
                <a:path w="219202" h="219202">
                  <a:moveTo>
                    <a:pt x="0" y="0"/>
                  </a:moveTo>
                  <a:lnTo>
                    <a:pt x="0" y="219202"/>
                  </a:lnTo>
                  <a:lnTo>
                    <a:pt x="219202" y="219202"/>
                  </a:lnTo>
                  <a:lnTo>
                    <a:pt x="219202" y="0"/>
                  </a:lnTo>
                  <a:close/>
                </a:path>
              </a:pathLst>
            </a:custGeom>
            <a:solidFill>
              <a:srgbClr val="F64975"/>
            </a:solidFill>
          </p:spPr>
          <p:txBody>
            <a:bodyPr/>
            <a:lstStyle/>
            <a:p>
              <a:endParaRPr lang="en-ID"/>
            </a:p>
          </p:txBody>
        </p:sp>
      </p:grpSp>
      <p:grpSp>
        <p:nvGrpSpPr>
          <p:cNvPr id="12" name="Group 12"/>
          <p:cNvGrpSpPr/>
          <p:nvPr/>
        </p:nvGrpSpPr>
        <p:grpSpPr>
          <a:xfrm>
            <a:off x="404850" y="8803450"/>
            <a:ext cx="334300" cy="334300"/>
            <a:chOff x="0" y="0"/>
            <a:chExt cx="445733" cy="445733"/>
          </a:xfrm>
        </p:grpSpPr>
        <p:sp>
          <p:nvSpPr>
            <p:cNvPr id="13" name="Freeform 13"/>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14" name="Group 14"/>
          <p:cNvGrpSpPr/>
          <p:nvPr/>
        </p:nvGrpSpPr>
        <p:grpSpPr>
          <a:xfrm>
            <a:off x="925800" y="9507800"/>
            <a:ext cx="311850" cy="312750"/>
            <a:chOff x="0" y="0"/>
            <a:chExt cx="415800" cy="417000"/>
          </a:xfrm>
        </p:grpSpPr>
        <p:sp>
          <p:nvSpPr>
            <p:cNvPr id="15" name="Freeform 15"/>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sp>
        <p:nvSpPr>
          <p:cNvPr id="16" name="Freeform 16"/>
          <p:cNvSpPr/>
          <p:nvPr/>
        </p:nvSpPr>
        <p:spPr>
          <a:xfrm>
            <a:off x="3839883" y="3602566"/>
            <a:ext cx="3160174" cy="3081869"/>
          </a:xfrm>
          <a:prstGeom prst="roundRect">
            <a:avLst/>
          </a:prstGeom>
          <a:blipFill dpi="0" rotWithShape="1">
            <a:blip r:embed="rId3" cstate="print">
              <a:extLst>
                <a:ext uri="{28A0092B-C50C-407E-A947-70E740481C1C}">
                  <a14:useLocalDpi xmlns:a14="http://schemas.microsoft.com/office/drawing/2010/main" val="0"/>
                </a:ext>
              </a:extLst>
            </a:blip>
            <a:srcRect/>
            <a:stretch>
              <a:fillRect/>
            </a:stretch>
          </a:blipFill>
          <a:ln>
            <a:solidFill>
              <a:srgbClr val="7030A0"/>
            </a:solidFill>
          </a:ln>
        </p:spPr>
        <p:txBody>
          <a:bodyPr/>
          <a:lstStyle/>
          <a:p>
            <a:endParaRPr lang="en-ID"/>
          </a:p>
        </p:txBody>
      </p:sp>
      <p:sp>
        <p:nvSpPr>
          <p:cNvPr id="17" name="Freeform 17"/>
          <p:cNvSpPr/>
          <p:nvPr/>
        </p:nvSpPr>
        <p:spPr>
          <a:xfrm>
            <a:off x="10896600" y="3602565"/>
            <a:ext cx="3154581" cy="3081869"/>
          </a:xfrm>
          <a:prstGeom prst="roundRect">
            <a:avLst/>
          </a:prstGeom>
          <a:blipFill dpi="0" rotWithShape="1">
            <a:blip r:embed="rId4" cstate="print">
              <a:extLst>
                <a:ext uri="{28A0092B-C50C-407E-A947-70E740481C1C}">
                  <a14:useLocalDpi xmlns:a14="http://schemas.microsoft.com/office/drawing/2010/main" val="0"/>
                </a:ext>
              </a:extLst>
            </a:blip>
            <a:srcRect/>
            <a:stretch>
              <a:fillRect/>
            </a:stretch>
          </a:blipFill>
        </p:spPr>
        <p:txBody>
          <a:bodyPr/>
          <a:lstStyle/>
          <a:p>
            <a:endParaRPr lang="en-ID"/>
          </a:p>
        </p:txBody>
      </p:sp>
      <p:sp>
        <p:nvSpPr>
          <p:cNvPr id="18" name="TextBox 18"/>
          <p:cNvSpPr txBox="1"/>
          <p:nvPr/>
        </p:nvSpPr>
        <p:spPr>
          <a:xfrm>
            <a:off x="3588009" y="955175"/>
            <a:ext cx="11111982" cy="1162241"/>
          </a:xfrm>
          <a:prstGeom prst="rect">
            <a:avLst/>
          </a:prstGeom>
        </p:spPr>
        <p:txBody>
          <a:bodyPr wrap="square" lIns="0" tIns="0" rIns="0" bIns="0" rtlCol="0" anchor="t">
            <a:spAutoFit/>
          </a:bodyPr>
          <a:lstStyle/>
          <a:p>
            <a:pPr algn="just">
              <a:lnSpc>
                <a:spcPts val="9698"/>
              </a:lnSpc>
            </a:pPr>
            <a:r>
              <a:rPr lang="vi-VN" sz="6927" b="1">
                <a:solidFill>
                  <a:srgbClr val="FFFFFF"/>
                </a:solidFill>
                <a:latin typeface="Noto Sans Bold"/>
                <a:ea typeface="Noto Sans Bold"/>
                <a:cs typeface="Noto Sans Bold"/>
                <a:sym typeface="Noto Sans Bold"/>
              </a:rPr>
              <a:t>GIỚI THIỆU THÀNH VIÊN</a:t>
            </a:r>
            <a:endParaRPr lang="en-US" sz="6927" b="1">
              <a:solidFill>
                <a:srgbClr val="FFFFFF"/>
              </a:solidFill>
              <a:latin typeface="Noto Sans Bold"/>
              <a:ea typeface="Noto Sans Bold"/>
              <a:cs typeface="Noto Sans Bold"/>
              <a:sym typeface="Noto Sans Bold"/>
            </a:endParaRPr>
          </a:p>
        </p:txBody>
      </p:sp>
      <p:sp>
        <p:nvSpPr>
          <p:cNvPr id="19" name="TextBox 19"/>
          <p:cNvSpPr txBox="1"/>
          <p:nvPr/>
        </p:nvSpPr>
        <p:spPr>
          <a:xfrm>
            <a:off x="2758141" y="6922936"/>
            <a:ext cx="5323657" cy="765851"/>
          </a:xfrm>
          <a:prstGeom prst="rect">
            <a:avLst/>
          </a:prstGeom>
        </p:spPr>
        <p:txBody>
          <a:bodyPr wrap="square" lIns="0" tIns="0" rIns="0" bIns="0" rtlCol="0" anchor="t">
            <a:spAutoFit/>
          </a:bodyPr>
          <a:lstStyle/>
          <a:p>
            <a:pPr algn="ctr">
              <a:lnSpc>
                <a:spcPts val="6357"/>
              </a:lnSpc>
            </a:pPr>
            <a:r>
              <a:rPr lang="vi-VN" sz="4541">
                <a:solidFill>
                  <a:srgbClr val="FFFFFF"/>
                </a:solidFill>
                <a:latin typeface="Noto Sans"/>
                <a:ea typeface="Noto Sans"/>
                <a:cs typeface="Noto Sans"/>
                <a:sym typeface="Noto Sans"/>
              </a:rPr>
              <a:t>Nguyễn Ngọc Anh</a:t>
            </a:r>
            <a:endParaRPr lang="en-US" sz="4541" dirty="0">
              <a:solidFill>
                <a:srgbClr val="FFFFFF"/>
              </a:solidFill>
              <a:latin typeface="Noto Sans"/>
              <a:ea typeface="Noto Sans"/>
              <a:cs typeface="Noto Sans"/>
              <a:sym typeface="Noto Sans"/>
            </a:endParaRPr>
          </a:p>
        </p:txBody>
      </p:sp>
      <p:sp>
        <p:nvSpPr>
          <p:cNvPr id="20" name="TextBox 20"/>
          <p:cNvSpPr txBox="1"/>
          <p:nvPr/>
        </p:nvSpPr>
        <p:spPr>
          <a:xfrm>
            <a:off x="10998579" y="6954619"/>
            <a:ext cx="2950622" cy="771001"/>
          </a:xfrm>
          <a:prstGeom prst="rect">
            <a:avLst/>
          </a:prstGeom>
        </p:spPr>
        <p:txBody>
          <a:bodyPr wrap="square" lIns="0" tIns="0" rIns="0" bIns="0" rtlCol="0" anchor="t">
            <a:spAutoFit/>
          </a:bodyPr>
          <a:lstStyle/>
          <a:p>
            <a:pPr algn="ctr">
              <a:lnSpc>
                <a:spcPts val="6328"/>
              </a:lnSpc>
            </a:pPr>
            <a:r>
              <a:rPr lang="en-US" sz="4520" dirty="0">
                <a:solidFill>
                  <a:srgbClr val="FFFFFF"/>
                </a:solidFill>
                <a:latin typeface="Noto Sans"/>
                <a:ea typeface="Noto Sans"/>
                <a:cs typeface="Noto Sans"/>
                <a:sym typeface="Noto Sans"/>
              </a:rPr>
              <a:t>Đức Mạnh</a:t>
            </a:r>
          </a:p>
        </p:txBody>
      </p:sp>
      <p:sp>
        <p:nvSpPr>
          <p:cNvPr id="21" name="Freeform 21"/>
          <p:cNvSpPr/>
          <p:nvPr/>
        </p:nvSpPr>
        <p:spPr>
          <a:xfrm>
            <a:off x="15004463" y="7523902"/>
            <a:ext cx="398002" cy="1734398"/>
          </a:xfrm>
          <a:custGeom>
            <a:avLst/>
            <a:gdLst/>
            <a:ahLst/>
            <a:cxnLst/>
            <a:rect l="l" t="t" r="r" b="b"/>
            <a:pathLst>
              <a:path w="398002" h="1734398">
                <a:moveTo>
                  <a:pt x="0" y="0"/>
                </a:moveTo>
                <a:lnTo>
                  <a:pt x="398002" y="0"/>
                </a:lnTo>
                <a:lnTo>
                  <a:pt x="398002" y="1734398"/>
                </a:lnTo>
                <a:lnTo>
                  <a:pt x="0" y="173439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D"/>
          </a:p>
        </p:txBody>
      </p:sp>
      <p:sp>
        <p:nvSpPr>
          <p:cNvPr id="22" name="Freeform 22"/>
          <p:cNvSpPr/>
          <p:nvPr/>
        </p:nvSpPr>
        <p:spPr>
          <a:xfrm>
            <a:off x="739150" y="970350"/>
            <a:ext cx="383904" cy="3858248"/>
          </a:xfrm>
          <a:custGeom>
            <a:avLst/>
            <a:gdLst/>
            <a:ahLst/>
            <a:cxnLst/>
            <a:rect l="l" t="t" r="r" b="b"/>
            <a:pathLst>
              <a:path w="383904" h="3858248">
                <a:moveTo>
                  <a:pt x="0" y="0"/>
                </a:moveTo>
                <a:lnTo>
                  <a:pt x="383904" y="0"/>
                </a:lnTo>
                <a:lnTo>
                  <a:pt x="383904" y="3858248"/>
                </a:lnTo>
                <a:lnTo>
                  <a:pt x="0" y="385824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D"/>
          </a:p>
        </p:txBody>
      </p:sp>
      <p:grpSp>
        <p:nvGrpSpPr>
          <p:cNvPr id="23" name="Group 3">
            <a:extLst>
              <a:ext uri="{FF2B5EF4-FFF2-40B4-BE49-F238E27FC236}">
                <a16:creationId xmlns:a16="http://schemas.microsoft.com/office/drawing/2014/main" id="{D5B0A06F-5B80-45B2-D00C-4A896AAD2343}"/>
              </a:ext>
            </a:extLst>
          </p:cNvPr>
          <p:cNvGrpSpPr/>
          <p:nvPr/>
        </p:nvGrpSpPr>
        <p:grpSpPr>
          <a:xfrm>
            <a:off x="-3274046" y="5276632"/>
            <a:ext cx="9404563" cy="9404563"/>
            <a:chOff x="0" y="0"/>
            <a:chExt cx="812800" cy="812800"/>
          </a:xfrm>
        </p:grpSpPr>
        <p:sp>
          <p:nvSpPr>
            <p:cNvPr id="24" name="Freeform 4">
              <a:extLst>
                <a:ext uri="{FF2B5EF4-FFF2-40B4-BE49-F238E27FC236}">
                  <a16:creationId xmlns:a16="http://schemas.microsoft.com/office/drawing/2014/main" id="{F47D560E-F65D-B03D-93FA-15FE412DC65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5960DC"/>
              </a:solidFill>
              <a:prstDash val="solid"/>
              <a:miter/>
            </a:ln>
          </p:spPr>
          <p:txBody>
            <a:bodyPr/>
            <a:lstStyle/>
            <a:p>
              <a:endParaRPr lang="en-US"/>
            </a:p>
          </p:txBody>
        </p:sp>
        <p:sp>
          <p:nvSpPr>
            <p:cNvPr id="25" name="TextBox 5">
              <a:extLst>
                <a:ext uri="{FF2B5EF4-FFF2-40B4-BE49-F238E27FC236}">
                  <a16:creationId xmlns:a16="http://schemas.microsoft.com/office/drawing/2014/main" id="{EE2F42BB-F4AB-12C2-059F-F92D081745D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6" name="Group 3">
            <a:extLst>
              <a:ext uri="{FF2B5EF4-FFF2-40B4-BE49-F238E27FC236}">
                <a16:creationId xmlns:a16="http://schemas.microsoft.com/office/drawing/2014/main" id="{5AA76974-5EC7-FB45-65F1-F9BA75534459}"/>
              </a:ext>
            </a:extLst>
          </p:cNvPr>
          <p:cNvGrpSpPr/>
          <p:nvPr/>
        </p:nvGrpSpPr>
        <p:grpSpPr>
          <a:xfrm>
            <a:off x="-3447630" y="5923992"/>
            <a:ext cx="8512517" cy="8323559"/>
            <a:chOff x="0" y="0"/>
            <a:chExt cx="812800" cy="812800"/>
          </a:xfrm>
        </p:grpSpPr>
        <p:sp>
          <p:nvSpPr>
            <p:cNvPr id="27" name="Freeform 4">
              <a:extLst>
                <a:ext uri="{FF2B5EF4-FFF2-40B4-BE49-F238E27FC236}">
                  <a16:creationId xmlns:a16="http://schemas.microsoft.com/office/drawing/2014/main" id="{62148819-687C-89CE-F2DD-C86C8D6CE32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5960DC"/>
              </a:solidFill>
              <a:prstDash val="solid"/>
              <a:miter/>
            </a:ln>
          </p:spPr>
          <p:txBody>
            <a:bodyPr/>
            <a:lstStyle/>
            <a:p>
              <a:endParaRPr lang="en-US"/>
            </a:p>
          </p:txBody>
        </p:sp>
        <p:sp>
          <p:nvSpPr>
            <p:cNvPr id="28" name="TextBox 5">
              <a:extLst>
                <a:ext uri="{FF2B5EF4-FFF2-40B4-BE49-F238E27FC236}">
                  <a16:creationId xmlns:a16="http://schemas.microsoft.com/office/drawing/2014/main" id="{374E0E4B-8226-FF9C-ABA5-E3B3DBD99A8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9" name="Group 3">
            <a:extLst>
              <a:ext uri="{FF2B5EF4-FFF2-40B4-BE49-F238E27FC236}">
                <a16:creationId xmlns:a16="http://schemas.microsoft.com/office/drawing/2014/main" id="{CCC1C048-0BFF-CDBC-EDA6-93511D4D13D2}"/>
              </a:ext>
            </a:extLst>
          </p:cNvPr>
          <p:cNvGrpSpPr/>
          <p:nvPr/>
        </p:nvGrpSpPr>
        <p:grpSpPr>
          <a:xfrm>
            <a:off x="-4066575" y="6839759"/>
            <a:ext cx="8512517" cy="8323559"/>
            <a:chOff x="0" y="0"/>
            <a:chExt cx="812800" cy="812800"/>
          </a:xfrm>
        </p:grpSpPr>
        <p:sp>
          <p:nvSpPr>
            <p:cNvPr id="30" name="Freeform 4">
              <a:extLst>
                <a:ext uri="{FF2B5EF4-FFF2-40B4-BE49-F238E27FC236}">
                  <a16:creationId xmlns:a16="http://schemas.microsoft.com/office/drawing/2014/main" id="{FAE16E09-9488-2AF9-7F5C-69A342D3BE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5960DC"/>
              </a:solidFill>
              <a:prstDash val="solid"/>
              <a:miter/>
            </a:ln>
          </p:spPr>
          <p:txBody>
            <a:bodyPr/>
            <a:lstStyle/>
            <a:p>
              <a:endParaRPr lang="en-US"/>
            </a:p>
          </p:txBody>
        </p:sp>
        <p:sp>
          <p:nvSpPr>
            <p:cNvPr id="31" name="TextBox 5">
              <a:extLst>
                <a:ext uri="{FF2B5EF4-FFF2-40B4-BE49-F238E27FC236}">
                  <a16:creationId xmlns:a16="http://schemas.microsoft.com/office/drawing/2014/main" id="{EA691513-AD8C-A257-4D9F-CF86408BD30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32" name="Group 3">
            <a:extLst>
              <a:ext uri="{FF2B5EF4-FFF2-40B4-BE49-F238E27FC236}">
                <a16:creationId xmlns:a16="http://schemas.microsoft.com/office/drawing/2014/main" id="{54C4E0DF-4B21-4A44-E844-07B1B98BC77D}"/>
              </a:ext>
            </a:extLst>
          </p:cNvPr>
          <p:cNvGrpSpPr/>
          <p:nvPr/>
        </p:nvGrpSpPr>
        <p:grpSpPr>
          <a:xfrm>
            <a:off x="-4685520" y="7906077"/>
            <a:ext cx="8512517" cy="8323559"/>
            <a:chOff x="0" y="0"/>
            <a:chExt cx="812800" cy="812800"/>
          </a:xfrm>
        </p:grpSpPr>
        <p:sp>
          <p:nvSpPr>
            <p:cNvPr id="33" name="Freeform 4">
              <a:extLst>
                <a:ext uri="{FF2B5EF4-FFF2-40B4-BE49-F238E27FC236}">
                  <a16:creationId xmlns:a16="http://schemas.microsoft.com/office/drawing/2014/main" id="{2FFDEA6A-EE8F-3C87-9234-B4DCFA2531A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5960DC"/>
              </a:solidFill>
              <a:prstDash val="solid"/>
              <a:miter/>
            </a:ln>
          </p:spPr>
          <p:txBody>
            <a:bodyPr/>
            <a:lstStyle/>
            <a:p>
              <a:endParaRPr lang="en-US"/>
            </a:p>
          </p:txBody>
        </p:sp>
        <p:sp>
          <p:nvSpPr>
            <p:cNvPr id="34" name="TextBox 5">
              <a:extLst>
                <a:ext uri="{FF2B5EF4-FFF2-40B4-BE49-F238E27FC236}">
                  <a16:creationId xmlns:a16="http://schemas.microsoft.com/office/drawing/2014/main" id="{DC323124-024C-18FE-D7EB-A0E4A87EBE9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35" name="Group 3">
            <a:extLst>
              <a:ext uri="{FF2B5EF4-FFF2-40B4-BE49-F238E27FC236}">
                <a16:creationId xmlns:a16="http://schemas.microsoft.com/office/drawing/2014/main" id="{92F7952E-AF38-C07A-95AE-70D5F20B2E63}"/>
              </a:ext>
            </a:extLst>
          </p:cNvPr>
          <p:cNvGrpSpPr/>
          <p:nvPr/>
        </p:nvGrpSpPr>
        <p:grpSpPr>
          <a:xfrm>
            <a:off x="15004463" y="-5362088"/>
            <a:ext cx="9404563" cy="9404563"/>
            <a:chOff x="0" y="0"/>
            <a:chExt cx="812800" cy="812800"/>
          </a:xfrm>
        </p:grpSpPr>
        <p:sp>
          <p:nvSpPr>
            <p:cNvPr id="36" name="Freeform 4">
              <a:extLst>
                <a:ext uri="{FF2B5EF4-FFF2-40B4-BE49-F238E27FC236}">
                  <a16:creationId xmlns:a16="http://schemas.microsoft.com/office/drawing/2014/main" id="{B5D7B49C-ADDA-8FCB-896C-6EF90AAE922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5960DC"/>
              </a:solidFill>
              <a:prstDash val="solid"/>
              <a:miter/>
            </a:ln>
          </p:spPr>
          <p:txBody>
            <a:bodyPr/>
            <a:lstStyle/>
            <a:p>
              <a:endParaRPr lang="en-US"/>
            </a:p>
          </p:txBody>
        </p:sp>
        <p:sp>
          <p:nvSpPr>
            <p:cNvPr id="37" name="TextBox 5">
              <a:extLst>
                <a:ext uri="{FF2B5EF4-FFF2-40B4-BE49-F238E27FC236}">
                  <a16:creationId xmlns:a16="http://schemas.microsoft.com/office/drawing/2014/main" id="{DFEA9AE7-4E84-2CA7-C533-F14C87C1B3A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38" name="Group 3">
            <a:extLst>
              <a:ext uri="{FF2B5EF4-FFF2-40B4-BE49-F238E27FC236}">
                <a16:creationId xmlns:a16="http://schemas.microsoft.com/office/drawing/2014/main" id="{F482B1CE-211E-CBC0-25CF-A879F5F59DBD}"/>
              </a:ext>
            </a:extLst>
          </p:cNvPr>
          <p:cNvGrpSpPr/>
          <p:nvPr/>
        </p:nvGrpSpPr>
        <p:grpSpPr>
          <a:xfrm>
            <a:off x="16078200" y="-5042006"/>
            <a:ext cx="8512517" cy="8323559"/>
            <a:chOff x="0" y="0"/>
            <a:chExt cx="812800" cy="812800"/>
          </a:xfrm>
        </p:grpSpPr>
        <p:sp>
          <p:nvSpPr>
            <p:cNvPr id="39" name="Freeform 4">
              <a:extLst>
                <a:ext uri="{FF2B5EF4-FFF2-40B4-BE49-F238E27FC236}">
                  <a16:creationId xmlns:a16="http://schemas.microsoft.com/office/drawing/2014/main" id="{ACB95668-DBBB-566D-056F-FD6E0B05794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5960DC"/>
              </a:solidFill>
              <a:prstDash val="solid"/>
              <a:miter/>
            </a:ln>
          </p:spPr>
          <p:txBody>
            <a:bodyPr/>
            <a:lstStyle/>
            <a:p>
              <a:endParaRPr lang="en-US"/>
            </a:p>
          </p:txBody>
        </p:sp>
        <p:sp>
          <p:nvSpPr>
            <p:cNvPr id="40" name="TextBox 5">
              <a:extLst>
                <a:ext uri="{FF2B5EF4-FFF2-40B4-BE49-F238E27FC236}">
                  <a16:creationId xmlns:a16="http://schemas.microsoft.com/office/drawing/2014/main" id="{58ECFFE9-8F93-E0F5-7AB7-E705840F104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41" name="Group 3">
            <a:extLst>
              <a:ext uri="{FF2B5EF4-FFF2-40B4-BE49-F238E27FC236}">
                <a16:creationId xmlns:a16="http://schemas.microsoft.com/office/drawing/2014/main" id="{734AB059-A354-D93D-2A85-29CD6D7D9324}"/>
              </a:ext>
            </a:extLst>
          </p:cNvPr>
          <p:cNvGrpSpPr/>
          <p:nvPr/>
        </p:nvGrpSpPr>
        <p:grpSpPr>
          <a:xfrm>
            <a:off x="14548760" y="-3521836"/>
            <a:ext cx="8512517" cy="8323559"/>
            <a:chOff x="0" y="0"/>
            <a:chExt cx="812800" cy="812800"/>
          </a:xfrm>
        </p:grpSpPr>
        <p:sp>
          <p:nvSpPr>
            <p:cNvPr id="42" name="Freeform 4">
              <a:extLst>
                <a:ext uri="{FF2B5EF4-FFF2-40B4-BE49-F238E27FC236}">
                  <a16:creationId xmlns:a16="http://schemas.microsoft.com/office/drawing/2014/main" id="{19196D10-E7B4-6F71-DE7E-6750DFBABDE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5960DC"/>
              </a:solidFill>
              <a:prstDash val="solid"/>
              <a:miter/>
            </a:ln>
          </p:spPr>
          <p:txBody>
            <a:bodyPr/>
            <a:lstStyle/>
            <a:p>
              <a:endParaRPr lang="en-US"/>
            </a:p>
          </p:txBody>
        </p:sp>
        <p:sp>
          <p:nvSpPr>
            <p:cNvPr id="43" name="TextBox 5">
              <a:extLst>
                <a:ext uri="{FF2B5EF4-FFF2-40B4-BE49-F238E27FC236}">
                  <a16:creationId xmlns:a16="http://schemas.microsoft.com/office/drawing/2014/main" id="{9E8A4F02-8B66-42D6-81E4-3626A9E3A85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44" name="Group 3">
            <a:extLst>
              <a:ext uri="{FF2B5EF4-FFF2-40B4-BE49-F238E27FC236}">
                <a16:creationId xmlns:a16="http://schemas.microsoft.com/office/drawing/2014/main" id="{973A9E46-1EDC-75B6-93A6-4E18B458EEE6}"/>
              </a:ext>
            </a:extLst>
          </p:cNvPr>
          <p:cNvGrpSpPr/>
          <p:nvPr/>
        </p:nvGrpSpPr>
        <p:grpSpPr>
          <a:xfrm>
            <a:off x="13716000" y="-5807726"/>
            <a:ext cx="15241647" cy="11615451"/>
            <a:chOff x="-718717" y="38100"/>
            <a:chExt cx="1455317" cy="1134255"/>
          </a:xfrm>
        </p:grpSpPr>
        <p:sp>
          <p:nvSpPr>
            <p:cNvPr id="45" name="Freeform 4">
              <a:extLst>
                <a:ext uri="{FF2B5EF4-FFF2-40B4-BE49-F238E27FC236}">
                  <a16:creationId xmlns:a16="http://schemas.microsoft.com/office/drawing/2014/main" id="{A0B2FA0F-E180-67EB-4C1D-1C08D586227D}"/>
                </a:ext>
              </a:extLst>
            </p:cNvPr>
            <p:cNvSpPr/>
            <p:nvPr/>
          </p:nvSpPr>
          <p:spPr>
            <a:xfrm>
              <a:off x="-718717" y="359555"/>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5960DC"/>
              </a:solidFill>
              <a:prstDash val="solid"/>
              <a:miter/>
            </a:ln>
          </p:spPr>
          <p:txBody>
            <a:bodyPr/>
            <a:lstStyle/>
            <a:p>
              <a:endParaRPr lang="en-US"/>
            </a:p>
          </p:txBody>
        </p:sp>
        <p:sp>
          <p:nvSpPr>
            <p:cNvPr id="46" name="TextBox 5">
              <a:extLst>
                <a:ext uri="{FF2B5EF4-FFF2-40B4-BE49-F238E27FC236}">
                  <a16:creationId xmlns:a16="http://schemas.microsoft.com/office/drawing/2014/main" id="{4B33C8D3-74ED-308E-41B0-850E830486C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47" name="Freeform 28">
            <a:extLst>
              <a:ext uri="{FF2B5EF4-FFF2-40B4-BE49-F238E27FC236}">
                <a16:creationId xmlns:a16="http://schemas.microsoft.com/office/drawing/2014/main" id="{1F07119B-8850-C894-8C75-3BF03EBD9761}"/>
              </a:ext>
            </a:extLst>
          </p:cNvPr>
          <p:cNvSpPr/>
          <p:nvPr/>
        </p:nvSpPr>
        <p:spPr>
          <a:xfrm rot="6524149">
            <a:off x="-619670" y="-2351717"/>
            <a:ext cx="3916053" cy="5511988"/>
          </a:xfrm>
          <a:custGeom>
            <a:avLst/>
            <a:gdLst/>
            <a:ahLst/>
            <a:cxnLst/>
            <a:rect l="l" t="t" r="r" b="b"/>
            <a:pathLst>
              <a:path w="2921863" h="5522421">
                <a:moveTo>
                  <a:pt x="0" y="0"/>
                </a:moveTo>
                <a:lnTo>
                  <a:pt x="2921863" y="0"/>
                </a:lnTo>
                <a:lnTo>
                  <a:pt x="2921863" y="5522421"/>
                </a:lnTo>
                <a:lnTo>
                  <a:pt x="0" y="552242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latin typeface="+mj-lt"/>
            </a:endParaRPr>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fill="hold" nodeType="withEffect">
                                  <p:stCondLst>
                                    <p:cond delay="0"/>
                                  </p:stCondLst>
                                  <p:childTnLst>
                                    <p:animScale>
                                      <p:cBhvr>
                                        <p:cTn id="6" dur="2000" fill="hold"/>
                                        <p:tgtEl>
                                          <p:spTgt spid="23"/>
                                        </p:tgtEl>
                                      </p:cBhvr>
                                      <p:by x="150000" y="150000"/>
                                    </p:animScale>
                                  </p:childTnLst>
                                </p:cTn>
                              </p:par>
                              <p:par>
                                <p:cTn id="7" presetID="6" presetClass="emph" presetSubtype="0" repeatCount="indefinite" fill="hold" nodeType="withEffect">
                                  <p:stCondLst>
                                    <p:cond delay="0"/>
                                  </p:stCondLst>
                                  <p:childTnLst>
                                    <p:animScale>
                                      <p:cBhvr>
                                        <p:cTn id="8" dur="2000" fill="hold"/>
                                        <p:tgtEl>
                                          <p:spTgt spid="26"/>
                                        </p:tgtEl>
                                      </p:cBhvr>
                                      <p:by x="150000" y="150000"/>
                                    </p:animScale>
                                  </p:childTnLst>
                                </p:cTn>
                              </p:par>
                              <p:par>
                                <p:cTn id="9" presetID="6" presetClass="emph" presetSubtype="0" repeatCount="indefinite" fill="hold" nodeType="withEffect">
                                  <p:stCondLst>
                                    <p:cond delay="0"/>
                                  </p:stCondLst>
                                  <p:childTnLst>
                                    <p:animScale>
                                      <p:cBhvr>
                                        <p:cTn id="10" dur="2000" fill="hold"/>
                                        <p:tgtEl>
                                          <p:spTgt spid="29"/>
                                        </p:tgtEl>
                                      </p:cBhvr>
                                      <p:by x="150000" y="150000"/>
                                    </p:animScale>
                                  </p:childTnLst>
                                </p:cTn>
                              </p:par>
                              <p:par>
                                <p:cTn id="11" presetID="6" presetClass="emph" presetSubtype="0" repeatCount="indefinite" fill="hold" nodeType="withEffect">
                                  <p:stCondLst>
                                    <p:cond delay="0"/>
                                  </p:stCondLst>
                                  <p:childTnLst>
                                    <p:animScale>
                                      <p:cBhvr>
                                        <p:cTn id="12" dur="2000" fill="hold"/>
                                        <p:tgtEl>
                                          <p:spTgt spid="32"/>
                                        </p:tgtEl>
                                      </p:cBhvr>
                                      <p:by x="150000" y="150000"/>
                                    </p:animScale>
                                  </p:childTnLst>
                                </p:cTn>
                              </p:par>
                              <p:par>
                                <p:cTn id="13" presetID="6" presetClass="emph" presetSubtype="0" repeatCount="indefinite" fill="hold" nodeType="withEffect">
                                  <p:stCondLst>
                                    <p:cond delay="0"/>
                                  </p:stCondLst>
                                  <p:childTnLst>
                                    <p:animScale>
                                      <p:cBhvr>
                                        <p:cTn id="14" dur="2000" fill="hold"/>
                                        <p:tgtEl>
                                          <p:spTgt spid="35"/>
                                        </p:tgtEl>
                                      </p:cBhvr>
                                      <p:by x="150000" y="150000"/>
                                    </p:animScale>
                                  </p:childTnLst>
                                </p:cTn>
                              </p:par>
                              <p:par>
                                <p:cTn id="15" presetID="6" presetClass="emph" presetSubtype="0" repeatCount="indefinite" fill="hold" nodeType="withEffect">
                                  <p:stCondLst>
                                    <p:cond delay="0"/>
                                  </p:stCondLst>
                                  <p:childTnLst>
                                    <p:animScale>
                                      <p:cBhvr>
                                        <p:cTn id="16" dur="2000" fill="hold"/>
                                        <p:tgtEl>
                                          <p:spTgt spid="38"/>
                                        </p:tgtEl>
                                      </p:cBhvr>
                                      <p:by x="150000" y="150000"/>
                                    </p:animScale>
                                  </p:childTnLst>
                                </p:cTn>
                              </p:par>
                              <p:par>
                                <p:cTn id="17" presetID="6" presetClass="emph" presetSubtype="0" repeatCount="indefinite" fill="hold" nodeType="withEffect">
                                  <p:stCondLst>
                                    <p:cond delay="0"/>
                                  </p:stCondLst>
                                  <p:childTnLst>
                                    <p:animScale>
                                      <p:cBhvr>
                                        <p:cTn id="18" dur="2000" fill="hold"/>
                                        <p:tgtEl>
                                          <p:spTgt spid="41"/>
                                        </p:tgtEl>
                                      </p:cBhvr>
                                      <p:by x="150000" y="150000"/>
                                    </p:animScale>
                                  </p:childTnLst>
                                </p:cTn>
                              </p:par>
                              <p:par>
                                <p:cTn id="19" presetID="6" presetClass="emph" presetSubtype="0" repeatCount="indefinite" fill="hold" nodeType="withEffect">
                                  <p:stCondLst>
                                    <p:cond delay="0"/>
                                  </p:stCondLst>
                                  <p:childTnLst>
                                    <p:animScale>
                                      <p:cBhvr>
                                        <p:cTn id="20" dur="2000" fill="hold"/>
                                        <p:tgtEl>
                                          <p:spTgt spid="4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845"/>
        </a:solidFill>
        <a:effectLst/>
      </p:bgPr>
    </p:bg>
    <p:spTree>
      <p:nvGrpSpPr>
        <p:cNvPr id="1" name=""/>
        <p:cNvGrpSpPr/>
        <p:nvPr/>
      </p:nvGrpSpPr>
      <p:grpSpPr>
        <a:xfrm>
          <a:off x="0" y="0"/>
          <a:ext cx="0" cy="0"/>
          <a:chOff x="0" y="0"/>
          <a:chExt cx="0" cy="0"/>
        </a:xfrm>
      </p:grpSpPr>
      <p:sp>
        <p:nvSpPr>
          <p:cNvPr id="2" name="Freeform 2"/>
          <p:cNvSpPr/>
          <p:nvPr/>
        </p:nvSpPr>
        <p:spPr>
          <a:xfrm>
            <a:off x="557596" y="3763112"/>
            <a:ext cx="383904" cy="3858248"/>
          </a:xfrm>
          <a:custGeom>
            <a:avLst/>
            <a:gdLst/>
            <a:ahLst/>
            <a:cxnLst/>
            <a:rect l="l" t="t" r="r" b="b"/>
            <a:pathLst>
              <a:path w="383904" h="3858248">
                <a:moveTo>
                  <a:pt x="0" y="0"/>
                </a:moveTo>
                <a:lnTo>
                  <a:pt x="383904" y="0"/>
                </a:lnTo>
                <a:lnTo>
                  <a:pt x="383904" y="3858248"/>
                </a:lnTo>
                <a:lnTo>
                  <a:pt x="0" y="385824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D"/>
          </a:p>
        </p:txBody>
      </p:sp>
      <p:grpSp>
        <p:nvGrpSpPr>
          <p:cNvPr id="3" name="Group 3"/>
          <p:cNvGrpSpPr/>
          <p:nvPr/>
        </p:nvGrpSpPr>
        <p:grpSpPr>
          <a:xfrm>
            <a:off x="14942643" y="288747"/>
            <a:ext cx="248852" cy="247906"/>
            <a:chOff x="0" y="0"/>
            <a:chExt cx="331803" cy="330541"/>
          </a:xfrm>
        </p:grpSpPr>
        <p:sp>
          <p:nvSpPr>
            <p:cNvPr id="4" name="Freeform 4"/>
            <p:cNvSpPr/>
            <p:nvPr/>
          </p:nvSpPr>
          <p:spPr>
            <a:xfrm>
              <a:off x="0" y="0"/>
              <a:ext cx="331724" cy="330327"/>
            </a:xfrm>
            <a:custGeom>
              <a:avLst/>
              <a:gdLst/>
              <a:ahLst/>
              <a:cxnLst/>
              <a:rect l="l" t="t" r="r" b="b"/>
              <a:pathLst>
                <a:path w="331724" h="330327">
                  <a:moveTo>
                    <a:pt x="3937" y="0"/>
                  </a:moveTo>
                  <a:lnTo>
                    <a:pt x="327787" y="0"/>
                  </a:lnTo>
                  <a:cubicBezTo>
                    <a:pt x="329946" y="0"/>
                    <a:pt x="331724" y="1778"/>
                    <a:pt x="331724" y="3937"/>
                  </a:cubicBezTo>
                  <a:lnTo>
                    <a:pt x="331724" y="326390"/>
                  </a:lnTo>
                  <a:cubicBezTo>
                    <a:pt x="331724" y="328549"/>
                    <a:pt x="329946" y="330327"/>
                    <a:pt x="327787" y="330327"/>
                  </a:cubicBezTo>
                  <a:lnTo>
                    <a:pt x="3937" y="330327"/>
                  </a:lnTo>
                  <a:cubicBezTo>
                    <a:pt x="1778" y="330327"/>
                    <a:pt x="0" y="328549"/>
                    <a:pt x="0" y="326390"/>
                  </a:cubicBezTo>
                  <a:lnTo>
                    <a:pt x="0" y="3937"/>
                  </a:lnTo>
                  <a:cubicBezTo>
                    <a:pt x="0" y="1778"/>
                    <a:pt x="1778" y="0"/>
                    <a:pt x="3937" y="0"/>
                  </a:cubicBezTo>
                  <a:moveTo>
                    <a:pt x="3937" y="7874"/>
                  </a:moveTo>
                  <a:lnTo>
                    <a:pt x="3937" y="3937"/>
                  </a:lnTo>
                  <a:lnTo>
                    <a:pt x="7874" y="3937"/>
                  </a:lnTo>
                  <a:lnTo>
                    <a:pt x="7874" y="326390"/>
                  </a:lnTo>
                  <a:lnTo>
                    <a:pt x="3937" y="326390"/>
                  </a:lnTo>
                  <a:lnTo>
                    <a:pt x="3937" y="322453"/>
                  </a:lnTo>
                  <a:lnTo>
                    <a:pt x="327787" y="322453"/>
                  </a:lnTo>
                  <a:lnTo>
                    <a:pt x="327787" y="326390"/>
                  </a:lnTo>
                  <a:lnTo>
                    <a:pt x="323850" y="326390"/>
                  </a:lnTo>
                  <a:lnTo>
                    <a:pt x="323850" y="3937"/>
                  </a:lnTo>
                  <a:lnTo>
                    <a:pt x="327787" y="3937"/>
                  </a:lnTo>
                  <a:lnTo>
                    <a:pt x="327787" y="7874"/>
                  </a:lnTo>
                  <a:lnTo>
                    <a:pt x="3937" y="7874"/>
                  </a:lnTo>
                  <a:close/>
                </a:path>
              </a:pathLst>
            </a:custGeom>
            <a:solidFill>
              <a:srgbClr val="00CFCC"/>
            </a:solidFill>
          </p:spPr>
          <p:txBody>
            <a:bodyPr/>
            <a:lstStyle/>
            <a:p>
              <a:endParaRPr lang="en-ID"/>
            </a:p>
          </p:txBody>
        </p:sp>
      </p:grpSp>
      <p:sp>
        <p:nvSpPr>
          <p:cNvPr id="5" name="Freeform 5"/>
          <p:cNvSpPr/>
          <p:nvPr/>
        </p:nvSpPr>
        <p:spPr>
          <a:xfrm>
            <a:off x="17036620" y="2234602"/>
            <a:ext cx="383904" cy="2578108"/>
          </a:xfrm>
          <a:custGeom>
            <a:avLst/>
            <a:gdLst/>
            <a:ahLst/>
            <a:cxnLst/>
            <a:rect l="l" t="t" r="r" b="b"/>
            <a:pathLst>
              <a:path w="383904" h="2578108">
                <a:moveTo>
                  <a:pt x="0" y="0"/>
                </a:moveTo>
                <a:lnTo>
                  <a:pt x="383904" y="0"/>
                </a:lnTo>
                <a:lnTo>
                  <a:pt x="383904" y="2578108"/>
                </a:lnTo>
                <a:lnTo>
                  <a:pt x="0" y="25781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D"/>
          </a:p>
        </p:txBody>
      </p:sp>
      <p:sp>
        <p:nvSpPr>
          <p:cNvPr id="6" name="Freeform 6"/>
          <p:cNvSpPr/>
          <p:nvPr/>
        </p:nvSpPr>
        <p:spPr>
          <a:xfrm>
            <a:off x="17608958" y="4497299"/>
            <a:ext cx="242892" cy="3933852"/>
          </a:xfrm>
          <a:custGeom>
            <a:avLst/>
            <a:gdLst/>
            <a:ahLst/>
            <a:cxnLst/>
            <a:rect l="l" t="t" r="r" b="b"/>
            <a:pathLst>
              <a:path w="242892" h="3933852">
                <a:moveTo>
                  <a:pt x="0" y="0"/>
                </a:moveTo>
                <a:lnTo>
                  <a:pt x="242892" y="0"/>
                </a:lnTo>
                <a:lnTo>
                  <a:pt x="242892" y="3933852"/>
                </a:lnTo>
                <a:lnTo>
                  <a:pt x="0" y="393385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D"/>
          </a:p>
        </p:txBody>
      </p:sp>
      <p:grpSp>
        <p:nvGrpSpPr>
          <p:cNvPr id="7" name="Group 7"/>
          <p:cNvGrpSpPr/>
          <p:nvPr/>
        </p:nvGrpSpPr>
        <p:grpSpPr>
          <a:xfrm>
            <a:off x="9898130" y="9217152"/>
            <a:ext cx="242892" cy="242892"/>
            <a:chOff x="0" y="0"/>
            <a:chExt cx="323856" cy="323856"/>
          </a:xfrm>
        </p:grpSpPr>
        <p:sp>
          <p:nvSpPr>
            <p:cNvPr id="8" name="Freeform 8"/>
            <p:cNvSpPr/>
            <p:nvPr/>
          </p:nvSpPr>
          <p:spPr>
            <a:xfrm>
              <a:off x="127" y="0"/>
              <a:ext cx="323723" cy="323723"/>
            </a:xfrm>
            <a:custGeom>
              <a:avLst/>
              <a:gdLst/>
              <a:ahLst/>
              <a:cxnLst/>
              <a:rect l="l" t="t" r="r" b="b"/>
              <a:pathLst>
                <a:path w="323723" h="323723">
                  <a:moveTo>
                    <a:pt x="0" y="0"/>
                  </a:moveTo>
                  <a:lnTo>
                    <a:pt x="0" y="323723"/>
                  </a:lnTo>
                  <a:lnTo>
                    <a:pt x="323723" y="323723"/>
                  </a:lnTo>
                  <a:lnTo>
                    <a:pt x="323723" y="0"/>
                  </a:lnTo>
                  <a:close/>
                </a:path>
              </a:pathLst>
            </a:custGeom>
            <a:solidFill>
              <a:srgbClr val="FF9973"/>
            </a:solidFill>
          </p:spPr>
          <p:txBody>
            <a:bodyPr/>
            <a:lstStyle/>
            <a:p>
              <a:endParaRPr lang="en-ID"/>
            </a:p>
          </p:txBody>
        </p:sp>
      </p:grpSp>
      <p:grpSp>
        <p:nvGrpSpPr>
          <p:cNvPr id="9" name="Group 9"/>
          <p:cNvGrpSpPr/>
          <p:nvPr/>
        </p:nvGrpSpPr>
        <p:grpSpPr>
          <a:xfrm>
            <a:off x="13568530" y="9648002"/>
            <a:ext cx="242892" cy="242892"/>
            <a:chOff x="0" y="0"/>
            <a:chExt cx="323856" cy="323856"/>
          </a:xfrm>
        </p:grpSpPr>
        <p:sp>
          <p:nvSpPr>
            <p:cNvPr id="10" name="Freeform 10"/>
            <p:cNvSpPr/>
            <p:nvPr/>
          </p:nvSpPr>
          <p:spPr>
            <a:xfrm>
              <a:off x="127" y="0"/>
              <a:ext cx="323723" cy="323723"/>
            </a:xfrm>
            <a:custGeom>
              <a:avLst/>
              <a:gdLst/>
              <a:ahLst/>
              <a:cxnLst/>
              <a:rect l="l" t="t" r="r" b="b"/>
              <a:pathLst>
                <a:path w="323723" h="323723">
                  <a:moveTo>
                    <a:pt x="0" y="0"/>
                  </a:moveTo>
                  <a:lnTo>
                    <a:pt x="0" y="323723"/>
                  </a:lnTo>
                  <a:lnTo>
                    <a:pt x="323723" y="323723"/>
                  </a:lnTo>
                  <a:lnTo>
                    <a:pt x="323723" y="0"/>
                  </a:lnTo>
                  <a:close/>
                </a:path>
              </a:pathLst>
            </a:custGeom>
            <a:solidFill>
              <a:srgbClr val="F64975"/>
            </a:solidFill>
          </p:spPr>
          <p:txBody>
            <a:bodyPr/>
            <a:lstStyle/>
            <a:p>
              <a:endParaRPr lang="en-ID"/>
            </a:p>
          </p:txBody>
        </p:sp>
      </p:grpSp>
      <p:grpSp>
        <p:nvGrpSpPr>
          <p:cNvPr id="11" name="Group 11"/>
          <p:cNvGrpSpPr/>
          <p:nvPr/>
        </p:nvGrpSpPr>
        <p:grpSpPr>
          <a:xfrm>
            <a:off x="15866480" y="9217152"/>
            <a:ext cx="242892" cy="242892"/>
            <a:chOff x="0" y="0"/>
            <a:chExt cx="323856" cy="323856"/>
          </a:xfrm>
        </p:grpSpPr>
        <p:sp>
          <p:nvSpPr>
            <p:cNvPr id="12" name="Freeform 12"/>
            <p:cNvSpPr/>
            <p:nvPr/>
          </p:nvSpPr>
          <p:spPr>
            <a:xfrm>
              <a:off x="127" y="0"/>
              <a:ext cx="323723" cy="323723"/>
            </a:xfrm>
            <a:custGeom>
              <a:avLst/>
              <a:gdLst/>
              <a:ahLst/>
              <a:cxnLst/>
              <a:rect l="l" t="t" r="r" b="b"/>
              <a:pathLst>
                <a:path w="323723" h="323723">
                  <a:moveTo>
                    <a:pt x="0" y="0"/>
                  </a:moveTo>
                  <a:lnTo>
                    <a:pt x="0" y="323723"/>
                  </a:lnTo>
                  <a:lnTo>
                    <a:pt x="323723" y="323723"/>
                  </a:lnTo>
                  <a:lnTo>
                    <a:pt x="323723" y="0"/>
                  </a:lnTo>
                  <a:close/>
                </a:path>
              </a:pathLst>
            </a:custGeom>
            <a:solidFill>
              <a:srgbClr val="FF9973"/>
            </a:solidFill>
          </p:spPr>
          <p:txBody>
            <a:bodyPr/>
            <a:lstStyle/>
            <a:p>
              <a:endParaRPr lang="en-ID"/>
            </a:p>
          </p:txBody>
        </p:sp>
      </p:grpSp>
      <p:grpSp>
        <p:nvGrpSpPr>
          <p:cNvPr id="13" name="Group 13"/>
          <p:cNvGrpSpPr/>
          <p:nvPr/>
        </p:nvGrpSpPr>
        <p:grpSpPr>
          <a:xfrm>
            <a:off x="2591063" y="9557193"/>
            <a:ext cx="121618" cy="121148"/>
            <a:chOff x="0" y="0"/>
            <a:chExt cx="162157" cy="161531"/>
          </a:xfrm>
        </p:grpSpPr>
        <p:sp>
          <p:nvSpPr>
            <p:cNvPr id="14" name="Freeform 14"/>
            <p:cNvSpPr/>
            <p:nvPr/>
          </p:nvSpPr>
          <p:spPr>
            <a:xfrm>
              <a:off x="0" y="0"/>
              <a:ext cx="162179" cy="161417"/>
            </a:xfrm>
            <a:custGeom>
              <a:avLst/>
              <a:gdLst/>
              <a:ahLst/>
              <a:cxnLst/>
              <a:rect l="l" t="t" r="r" b="b"/>
              <a:pathLst>
                <a:path w="162179" h="161417">
                  <a:moveTo>
                    <a:pt x="3937" y="0"/>
                  </a:moveTo>
                  <a:lnTo>
                    <a:pt x="158242" y="0"/>
                  </a:lnTo>
                  <a:cubicBezTo>
                    <a:pt x="160401" y="0"/>
                    <a:pt x="162179" y="1778"/>
                    <a:pt x="162179" y="3937"/>
                  </a:cubicBezTo>
                  <a:lnTo>
                    <a:pt x="162179" y="157480"/>
                  </a:lnTo>
                  <a:cubicBezTo>
                    <a:pt x="162179" y="159639"/>
                    <a:pt x="160401" y="161417"/>
                    <a:pt x="158242" y="161417"/>
                  </a:cubicBezTo>
                  <a:lnTo>
                    <a:pt x="3937" y="161417"/>
                  </a:lnTo>
                  <a:cubicBezTo>
                    <a:pt x="1778" y="161417"/>
                    <a:pt x="0" y="159639"/>
                    <a:pt x="0" y="157480"/>
                  </a:cubicBezTo>
                  <a:lnTo>
                    <a:pt x="0" y="3937"/>
                  </a:lnTo>
                  <a:cubicBezTo>
                    <a:pt x="0" y="1778"/>
                    <a:pt x="1778" y="0"/>
                    <a:pt x="3937" y="0"/>
                  </a:cubicBezTo>
                  <a:moveTo>
                    <a:pt x="3937" y="7874"/>
                  </a:moveTo>
                  <a:lnTo>
                    <a:pt x="3937" y="3937"/>
                  </a:lnTo>
                  <a:lnTo>
                    <a:pt x="7874" y="3937"/>
                  </a:lnTo>
                  <a:lnTo>
                    <a:pt x="7874" y="157480"/>
                  </a:lnTo>
                  <a:lnTo>
                    <a:pt x="3937" y="157480"/>
                  </a:lnTo>
                  <a:lnTo>
                    <a:pt x="3937" y="153543"/>
                  </a:lnTo>
                  <a:lnTo>
                    <a:pt x="158242" y="153543"/>
                  </a:lnTo>
                  <a:lnTo>
                    <a:pt x="158242" y="157480"/>
                  </a:lnTo>
                  <a:lnTo>
                    <a:pt x="154305" y="157480"/>
                  </a:lnTo>
                  <a:lnTo>
                    <a:pt x="154305" y="3937"/>
                  </a:lnTo>
                  <a:lnTo>
                    <a:pt x="158242" y="3937"/>
                  </a:lnTo>
                  <a:lnTo>
                    <a:pt x="158242" y="7874"/>
                  </a:lnTo>
                  <a:lnTo>
                    <a:pt x="3937" y="7874"/>
                  </a:lnTo>
                  <a:close/>
                </a:path>
              </a:pathLst>
            </a:custGeom>
            <a:solidFill>
              <a:srgbClr val="E898AC"/>
            </a:solidFill>
          </p:spPr>
          <p:txBody>
            <a:bodyPr/>
            <a:lstStyle/>
            <a:p>
              <a:endParaRPr lang="en-ID"/>
            </a:p>
          </p:txBody>
        </p:sp>
      </p:grpSp>
      <p:grpSp>
        <p:nvGrpSpPr>
          <p:cNvPr id="15" name="Group 15"/>
          <p:cNvGrpSpPr/>
          <p:nvPr/>
        </p:nvGrpSpPr>
        <p:grpSpPr>
          <a:xfrm>
            <a:off x="14288363" y="620643"/>
            <a:ext cx="121618" cy="121148"/>
            <a:chOff x="0" y="0"/>
            <a:chExt cx="162157" cy="161531"/>
          </a:xfrm>
        </p:grpSpPr>
        <p:sp>
          <p:nvSpPr>
            <p:cNvPr id="16" name="Freeform 16"/>
            <p:cNvSpPr/>
            <p:nvPr/>
          </p:nvSpPr>
          <p:spPr>
            <a:xfrm>
              <a:off x="0" y="0"/>
              <a:ext cx="162179" cy="161417"/>
            </a:xfrm>
            <a:custGeom>
              <a:avLst/>
              <a:gdLst/>
              <a:ahLst/>
              <a:cxnLst/>
              <a:rect l="l" t="t" r="r" b="b"/>
              <a:pathLst>
                <a:path w="162179" h="161417">
                  <a:moveTo>
                    <a:pt x="3937" y="0"/>
                  </a:moveTo>
                  <a:lnTo>
                    <a:pt x="158242" y="0"/>
                  </a:lnTo>
                  <a:cubicBezTo>
                    <a:pt x="160401" y="0"/>
                    <a:pt x="162179" y="1778"/>
                    <a:pt x="162179" y="3937"/>
                  </a:cubicBezTo>
                  <a:lnTo>
                    <a:pt x="162179" y="157480"/>
                  </a:lnTo>
                  <a:cubicBezTo>
                    <a:pt x="162179" y="159639"/>
                    <a:pt x="160401" y="161417"/>
                    <a:pt x="158242" y="161417"/>
                  </a:cubicBezTo>
                  <a:lnTo>
                    <a:pt x="3937" y="161417"/>
                  </a:lnTo>
                  <a:cubicBezTo>
                    <a:pt x="1778" y="161417"/>
                    <a:pt x="0" y="159639"/>
                    <a:pt x="0" y="157480"/>
                  </a:cubicBezTo>
                  <a:lnTo>
                    <a:pt x="0" y="3937"/>
                  </a:lnTo>
                  <a:cubicBezTo>
                    <a:pt x="0" y="1778"/>
                    <a:pt x="1778" y="0"/>
                    <a:pt x="3937" y="0"/>
                  </a:cubicBezTo>
                  <a:moveTo>
                    <a:pt x="3937" y="7874"/>
                  </a:moveTo>
                  <a:lnTo>
                    <a:pt x="3937" y="3937"/>
                  </a:lnTo>
                  <a:lnTo>
                    <a:pt x="7874" y="3937"/>
                  </a:lnTo>
                  <a:lnTo>
                    <a:pt x="7874" y="157480"/>
                  </a:lnTo>
                  <a:lnTo>
                    <a:pt x="3937" y="157480"/>
                  </a:lnTo>
                  <a:lnTo>
                    <a:pt x="3937" y="153543"/>
                  </a:lnTo>
                  <a:lnTo>
                    <a:pt x="158242" y="153543"/>
                  </a:lnTo>
                  <a:lnTo>
                    <a:pt x="158242" y="157480"/>
                  </a:lnTo>
                  <a:lnTo>
                    <a:pt x="154305" y="157480"/>
                  </a:lnTo>
                  <a:lnTo>
                    <a:pt x="154305" y="3937"/>
                  </a:lnTo>
                  <a:lnTo>
                    <a:pt x="158242" y="3937"/>
                  </a:lnTo>
                  <a:lnTo>
                    <a:pt x="158242" y="7874"/>
                  </a:lnTo>
                  <a:lnTo>
                    <a:pt x="3937" y="7874"/>
                  </a:lnTo>
                  <a:close/>
                </a:path>
              </a:pathLst>
            </a:custGeom>
            <a:solidFill>
              <a:srgbClr val="E898AC"/>
            </a:solidFill>
          </p:spPr>
          <p:txBody>
            <a:bodyPr/>
            <a:lstStyle/>
            <a:p>
              <a:endParaRPr lang="en-ID"/>
            </a:p>
          </p:txBody>
        </p:sp>
      </p:grpSp>
      <p:grpSp>
        <p:nvGrpSpPr>
          <p:cNvPr id="17" name="Group 17"/>
          <p:cNvGrpSpPr/>
          <p:nvPr/>
        </p:nvGrpSpPr>
        <p:grpSpPr>
          <a:xfrm>
            <a:off x="13073830" y="232752"/>
            <a:ext cx="242892" cy="242892"/>
            <a:chOff x="0" y="0"/>
            <a:chExt cx="323856" cy="323856"/>
          </a:xfrm>
        </p:grpSpPr>
        <p:sp>
          <p:nvSpPr>
            <p:cNvPr id="18" name="Freeform 18"/>
            <p:cNvSpPr/>
            <p:nvPr/>
          </p:nvSpPr>
          <p:spPr>
            <a:xfrm>
              <a:off x="127" y="0"/>
              <a:ext cx="323723" cy="323723"/>
            </a:xfrm>
            <a:custGeom>
              <a:avLst/>
              <a:gdLst/>
              <a:ahLst/>
              <a:cxnLst/>
              <a:rect l="l" t="t" r="r" b="b"/>
              <a:pathLst>
                <a:path w="323723" h="323723">
                  <a:moveTo>
                    <a:pt x="0" y="0"/>
                  </a:moveTo>
                  <a:lnTo>
                    <a:pt x="0" y="323723"/>
                  </a:lnTo>
                  <a:lnTo>
                    <a:pt x="323723" y="323723"/>
                  </a:lnTo>
                  <a:lnTo>
                    <a:pt x="323723" y="0"/>
                  </a:lnTo>
                  <a:close/>
                </a:path>
              </a:pathLst>
            </a:custGeom>
            <a:solidFill>
              <a:srgbClr val="F64975"/>
            </a:solidFill>
          </p:spPr>
          <p:txBody>
            <a:bodyPr/>
            <a:lstStyle/>
            <a:p>
              <a:endParaRPr lang="en-ID"/>
            </a:p>
          </p:txBody>
        </p:sp>
      </p:grpSp>
      <p:grpSp>
        <p:nvGrpSpPr>
          <p:cNvPr id="19" name="Group 19"/>
          <p:cNvGrpSpPr/>
          <p:nvPr/>
        </p:nvGrpSpPr>
        <p:grpSpPr>
          <a:xfrm>
            <a:off x="883563" y="445093"/>
            <a:ext cx="121618" cy="121148"/>
            <a:chOff x="0" y="0"/>
            <a:chExt cx="162157" cy="161531"/>
          </a:xfrm>
        </p:grpSpPr>
        <p:sp>
          <p:nvSpPr>
            <p:cNvPr id="20" name="Freeform 20"/>
            <p:cNvSpPr/>
            <p:nvPr/>
          </p:nvSpPr>
          <p:spPr>
            <a:xfrm>
              <a:off x="0" y="0"/>
              <a:ext cx="162179" cy="161417"/>
            </a:xfrm>
            <a:custGeom>
              <a:avLst/>
              <a:gdLst/>
              <a:ahLst/>
              <a:cxnLst/>
              <a:rect l="l" t="t" r="r" b="b"/>
              <a:pathLst>
                <a:path w="162179" h="161417">
                  <a:moveTo>
                    <a:pt x="3937" y="0"/>
                  </a:moveTo>
                  <a:lnTo>
                    <a:pt x="158242" y="0"/>
                  </a:lnTo>
                  <a:cubicBezTo>
                    <a:pt x="160401" y="0"/>
                    <a:pt x="162179" y="1778"/>
                    <a:pt x="162179" y="3937"/>
                  </a:cubicBezTo>
                  <a:lnTo>
                    <a:pt x="162179" y="157480"/>
                  </a:lnTo>
                  <a:cubicBezTo>
                    <a:pt x="162179" y="159639"/>
                    <a:pt x="160401" y="161417"/>
                    <a:pt x="158242" y="161417"/>
                  </a:cubicBezTo>
                  <a:lnTo>
                    <a:pt x="3937" y="161417"/>
                  </a:lnTo>
                  <a:cubicBezTo>
                    <a:pt x="1778" y="161417"/>
                    <a:pt x="0" y="159639"/>
                    <a:pt x="0" y="157480"/>
                  </a:cubicBezTo>
                  <a:lnTo>
                    <a:pt x="0" y="3937"/>
                  </a:lnTo>
                  <a:cubicBezTo>
                    <a:pt x="0" y="1778"/>
                    <a:pt x="1778" y="0"/>
                    <a:pt x="3937" y="0"/>
                  </a:cubicBezTo>
                  <a:moveTo>
                    <a:pt x="3937" y="7874"/>
                  </a:moveTo>
                  <a:lnTo>
                    <a:pt x="3937" y="3937"/>
                  </a:lnTo>
                  <a:lnTo>
                    <a:pt x="7874" y="3937"/>
                  </a:lnTo>
                  <a:lnTo>
                    <a:pt x="7874" y="157480"/>
                  </a:lnTo>
                  <a:lnTo>
                    <a:pt x="3937" y="157480"/>
                  </a:lnTo>
                  <a:lnTo>
                    <a:pt x="3937" y="153543"/>
                  </a:lnTo>
                  <a:lnTo>
                    <a:pt x="158242" y="153543"/>
                  </a:lnTo>
                  <a:lnTo>
                    <a:pt x="158242" y="157480"/>
                  </a:lnTo>
                  <a:lnTo>
                    <a:pt x="154305" y="157480"/>
                  </a:lnTo>
                  <a:lnTo>
                    <a:pt x="154305" y="3937"/>
                  </a:lnTo>
                  <a:lnTo>
                    <a:pt x="158242" y="3937"/>
                  </a:lnTo>
                  <a:lnTo>
                    <a:pt x="158242" y="7874"/>
                  </a:lnTo>
                  <a:lnTo>
                    <a:pt x="3937" y="7874"/>
                  </a:lnTo>
                  <a:close/>
                </a:path>
              </a:pathLst>
            </a:custGeom>
            <a:solidFill>
              <a:srgbClr val="E898AC"/>
            </a:solidFill>
          </p:spPr>
          <p:txBody>
            <a:bodyPr/>
            <a:lstStyle/>
            <a:p>
              <a:endParaRPr lang="en-ID"/>
            </a:p>
          </p:txBody>
        </p:sp>
      </p:grpSp>
      <p:grpSp>
        <p:nvGrpSpPr>
          <p:cNvPr id="21" name="Group 21"/>
          <p:cNvGrpSpPr/>
          <p:nvPr/>
        </p:nvGrpSpPr>
        <p:grpSpPr>
          <a:xfrm>
            <a:off x="1585693" y="575997"/>
            <a:ext cx="248852" cy="247906"/>
            <a:chOff x="0" y="0"/>
            <a:chExt cx="331803" cy="330541"/>
          </a:xfrm>
        </p:grpSpPr>
        <p:sp>
          <p:nvSpPr>
            <p:cNvPr id="22" name="Freeform 22"/>
            <p:cNvSpPr/>
            <p:nvPr/>
          </p:nvSpPr>
          <p:spPr>
            <a:xfrm>
              <a:off x="0" y="0"/>
              <a:ext cx="331724" cy="330327"/>
            </a:xfrm>
            <a:custGeom>
              <a:avLst/>
              <a:gdLst/>
              <a:ahLst/>
              <a:cxnLst/>
              <a:rect l="l" t="t" r="r" b="b"/>
              <a:pathLst>
                <a:path w="331724" h="330327">
                  <a:moveTo>
                    <a:pt x="3937" y="0"/>
                  </a:moveTo>
                  <a:lnTo>
                    <a:pt x="327787" y="0"/>
                  </a:lnTo>
                  <a:cubicBezTo>
                    <a:pt x="329946" y="0"/>
                    <a:pt x="331724" y="1778"/>
                    <a:pt x="331724" y="3937"/>
                  </a:cubicBezTo>
                  <a:lnTo>
                    <a:pt x="331724" y="326390"/>
                  </a:lnTo>
                  <a:cubicBezTo>
                    <a:pt x="331724" y="328549"/>
                    <a:pt x="329946" y="330327"/>
                    <a:pt x="327787" y="330327"/>
                  </a:cubicBezTo>
                  <a:lnTo>
                    <a:pt x="3937" y="330327"/>
                  </a:lnTo>
                  <a:cubicBezTo>
                    <a:pt x="1778" y="330327"/>
                    <a:pt x="0" y="328549"/>
                    <a:pt x="0" y="326390"/>
                  </a:cubicBezTo>
                  <a:lnTo>
                    <a:pt x="0" y="3937"/>
                  </a:lnTo>
                  <a:cubicBezTo>
                    <a:pt x="0" y="1778"/>
                    <a:pt x="1778" y="0"/>
                    <a:pt x="3937" y="0"/>
                  </a:cubicBezTo>
                  <a:moveTo>
                    <a:pt x="3937" y="7874"/>
                  </a:moveTo>
                  <a:lnTo>
                    <a:pt x="3937" y="3937"/>
                  </a:lnTo>
                  <a:lnTo>
                    <a:pt x="7874" y="3937"/>
                  </a:lnTo>
                  <a:lnTo>
                    <a:pt x="7874" y="326390"/>
                  </a:lnTo>
                  <a:lnTo>
                    <a:pt x="3937" y="326390"/>
                  </a:lnTo>
                  <a:lnTo>
                    <a:pt x="3937" y="322453"/>
                  </a:lnTo>
                  <a:lnTo>
                    <a:pt x="327787" y="322453"/>
                  </a:lnTo>
                  <a:lnTo>
                    <a:pt x="327787" y="326390"/>
                  </a:lnTo>
                  <a:lnTo>
                    <a:pt x="323850" y="326390"/>
                  </a:lnTo>
                  <a:lnTo>
                    <a:pt x="323850" y="3937"/>
                  </a:lnTo>
                  <a:lnTo>
                    <a:pt x="327787" y="3937"/>
                  </a:lnTo>
                  <a:lnTo>
                    <a:pt x="327787" y="7874"/>
                  </a:lnTo>
                  <a:lnTo>
                    <a:pt x="3937" y="7874"/>
                  </a:lnTo>
                  <a:close/>
                </a:path>
              </a:pathLst>
            </a:custGeom>
            <a:solidFill>
              <a:srgbClr val="FC723F"/>
            </a:solidFill>
          </p:spPr>
          <p:txBody>
            <a:bodyPr/>
            <a:lstStyle/>
            <a:p>
              <a:endParaRPr lang="en-ID"/>
            </a:p>
          </p:txBody>
        </p:sp>
      </p:grpSp>
      <p:grpSp>
        <p:nvGrpSpPr>
          <p:cNvPr id="23" name="Group 23"/>
          <p:cNvGrpSpPr/>
          <p:nvPr/>
        </p:nvGrpSpPr>
        <p:grpSpPr>
          <a:xfrm>
            <a:off x="2466830" y="290802"/>
            <a:ext cx="242892" cy="242892"/>
            <a:chOff x="0" y="0"/>
            <a:chExt cx="323856" cy="323856"/>
          </a:xfrm>
        </p:grpSpPr>
        <p:sp>
          <p:nvSpPr>
            <p:cNvPr id="24" name="Freeform 24"/>
            <p:cNvSpPr/>
            <p:nvPr/>
          </p:nvSpPr>
          <p:spPr>
            <a:xfrm>
              <a:off x="127" y="0"/>
              <a:ext cx="323723" cy="323723"/>
            </a:xfrm>
            <a:custGeom>
              <a:avLst/>
              <a:gdLst/>
              <a:ahLst/>
              <a:cxnLst/>
              <a:rect l="l" t="t" r="r" b="b"/>
              <a:pathLst>
                <a:path w="323723" h="323723">
                  <a:moveTo>
                    <a:pt x="0" y="0"/>
                  </a:moveTo>
                  <a:lnTo>
                    <a:pt x="0" y="323723"/>
                  </a:lnTo>
                  <a:lnTo>
                    <a:pt x="323723" y="323723"/>
                  </a:lnTo>
                  <a:lnTo>
                    <a:pt x="323723" y="0"/>
                  </a:lnTo>
                  <a:close/>
                </a:path>
              </a:pathLst>
            </a:custGeom>
            <a:solidFill>
              <a:srgbClr val="E898AC"/>
            </a:solidFill>
          </p:spPr>
          <p:txBody>
            <a:bodyPr/>
            <a:lstStyle/>
            <a:p>
              <a:endParaRPr lang="en-ID"/>
            </a:p>
          </p:txBody>
        </p:sp>
      </p:grpSp>
      <p:sp>
        <p:nvSpPr>
          <p:cNvPr id="25" name="Freeform 25"/>
          <p:cNvSpPr/>
          <p:nvPr/>
        </p:nvSpPr>
        <p:spPr>
          <a:xfrm>
            <a:off x="14660785" y="7227953"/>
            <a:ext cx="398002" cy="1734398"/>
          </a:xfrm>
          <a:custGeom>
            <a:avLst/>
            <a:gdLst/>
            <a:ahLst/>
            <a:cxnLst/>
            <a:rect l="l" t="t" r="r" b="b"/>
            <a:pathLst>
              <a:path w="398002" h="1734398">
                <a:moveTo>
                  <a:pt x="0" y="0"/>
                </a:moveTo>
                <a:lnTo>
                  <a:pt x="398002" y="0"/>
                </a:lnTo>
                <a:lnTo>
                  <a:pt x="398002" y="1734398"/>
                </a:lnTo>
                <a:lnTo>
                  <a:pt x="0" y="173439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D"/>
          </a:p>
        </p:txBody>
      </p:sp>
      <p:sp>
        <p:nvSpPr>
          <p:cNvPr id="26" name="Freeform 26"/>
          <p:cNvSpPr/>
          <p:nvPr/>
        </p:nvSpPr>
        <p:spPr>
          <a:xfrm>
            <a:off x="8174282" y="7449532"/>
            <a:ext cx="323507" cy="1360151"/>
          </a:xfrm>
          <a:custGeom>
            <a:avLst/>
            <a:gdLst/>
            <a:ahLst/>
            <a:cxnLst/>
            <a:rect l="l" t="t" r="r" b="b"/>
            <a:pathLst>
              <a:path w="323507" h="1360151">
                <a:moveTo>
                  <a:pt x="0" y="0"/>
                </a:moveTo>
                <a:lnTo>
                  <a:pt x="323507" y="0"/>
                </a:lnTo>
                <a:lnTo>
                  <a:pt x="323507" y="1360150"/>
                </a:lnTo>
                <a:lnTo>
                  <a:pt x="0" y="136015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ID"/>
          </a:p>
        </p:txBody>
      </p:sp>
      <p:grpSp>
        <p:nvGrpSpPr>
          <p:cNvPr id="27" name="Group 27"/>
          <p:cNvGrpSpPr/>
          <p:nvPr/>
        </p:nvGrpSpPr>
        <p:grpSpPr>
          <a:xfrm>
            <a:off x="5513812" y="8503466"/>
            <a:ext cx="242868" cy="242868"/>
            <a:chOff x="0" y="0"/>
            <a:chExt cx="323824" cy="323824"/>
          </a:xfrm>
        </p:grpSpPr>
        <p:sp>
          <p:nvSpPr>
            <p:cNvPr id="28" name="Freeform 28"/>
            <p:cNvSpPr/>
            <p:nvPr/>
          </p:nvSpPr>
          <p:spPr>
            <a:xfrm>
              <a:off x="127" y="0"/>
              <a:ext cx="323723" cy="323723"/>
            </a:xfrm>
            <a:custGeom>
              <a:avLst/>
              <a:gdLst/>
              <a:ahLst/>
              <a:cxnLst/>
              <a:rect l="l" t="t" r="r" b="b"/>
              <a:pathLst>
                <a:path w="323723" h="323723">
                  <a:moveTo>
                    <a:pt x="0" y="0"/>
                  </a:moveTo>
                  <a:lnTo>
                    <a:pt x="0" y="323723"/>
                  </a:lnTo>
                  <a:lnTo>
                    <a:pt x="323723" y="323723"/>
                  </a:lnTo>
                  <a:lnTo>
                    <a:pt x="323723" y="0"/>
                  </a:lnTo>
                  <a:close/>
                </a:path>
              </a:pathLst>
            </a:custGeom>
            <a:solidFill>
              <a:srgbClr val="E898AC"/>
            </a:solidFill>
          </p:spPr>
          <p:txBody>
            <a:bodyPr/>
            <a:lstStyle/>
            <a:p>
              <a:endParaRPr lang="en-ID"/>
            </a:p>
          </p:txBody>
        </p:sp>
      </p:grpSp>
      <p:grpSp>
        <p:nvGrpSpPr>
          <p:cNvPr id="29" name="Group 29"/>
          <p:cNvGrpSpPr/>
          <p:nvPr/>
        </p:nvGrpSpPr>
        <p:grpSpPr>
          <a:xfrm>
            <a:off x="11892012" y="8502066"/>
            <a:ext cx="242868" cy="242868"/>
            <a:chOff x="0" y="0"/>
            <a:chExt cx="323824" cy="323824"/>
          </a:xfrm>
        </p:grpSpPr>
        <p:sp>
          <p:nvSpPr>
            <p:cNvPr id="30" name="Freeform 30"/>
            <p:cNvSpPr/>
            <p:nvPr/>
          </p:nvSpPr>
          <p:spPr>
            <a:xfrm>
              <a:off x="127" y="0"/>
              <a:ext cx="323723" cy="323723"/>
            </a:xfrm>
            <a:custGeom>
              <a:avLst/>
              <a:gdLst/>
              <a:ahLst/>
              <a:cxnLst/>
              <a:rect l="l" t="t" r="r" b="b"/>
              <a:pathLst>
                <a:path w="323723" h="323723">
                  <a:moveTo>
                    <a:pt x="0" y="0"/>
                  </a:moveTo>
                  <a:lnTo>
                    <a:pt x="0" y="323723"/>
                  </a:lnTo>
                  <a:lnTo>
                    <a:pt x="323723" y="323723"/>
                  </a:lnTo>
                  <a:lnTo>
                    <a:pt x="323723" y="0"/>
                  </a:lnTo>
                  <a:close/>
                </a:path>
              </a:pathLst>
            </a:custGeom>
            <a:solidFill>
              <a:srgbClr val="00CFCC"/>
            </a:solidFill>
          </p:spPr>
          <p:txBody>
            <a:bodyPr/>
            <a:lstStyle/>
            <a:p>
              <a:endParaRPr lang="en-ID"/>
            </a:p>
          </p:txBody>
        </p:sp>
      </p:grpSp>
      <p:grpSp>
        <p:nvGrpSpPr>
          <p:cNvPr id="31" name="Group 31"/>
          <p:cNvGrpSpPr/>
          <p:nvPr/>
        </p:nvGrpSpPr>
        <p:grpSpPr>
          <a:xfrm>
            <a:off x="2098912" y="8502066"/>
            <a:ext cx="242868" cy="242868"/>
            <a:chOff x="0" y="0"/>
            <a:chExt cx="323824" cy="323824"/>
          </a:xfrm>
        </p:grpSpPr>
        <p:sp>
          <p:nvSpPr>
            <p:cNvPr id="32" name="Freeform 32"/>
            <p:cNvSpPr/>
            <p:nvPr/>
          </p:nvSpPr>
          <p:spPr>
            <a:xfrm>
              <a:off x="127" y="0"/>
              <a:ext cx="323723" cy="323723"/>
            </a:xfrm>
            <a:custGeom>
              <a:avLst/>
              <a:gdLst/>
              <a:ahLst/>
              <a:cxnLst/>
              <a:rect l="l" t="t" r="r" b="b"/>
              <a:pathLst>
                <a:path w="323723" h="323723">
                  <a:moveTo>
                    <a:pt x="0" y="0"/>
                  </a:moveTo>
                  <a:lnTo>
                    <a:pt x="0" y="323723"/>
                  </a:lnTo>
                  <a:lnTo>
                    <a:pt x="323723" y="323723"/>
                  </a:lnTo>
                  <a:lnTo>
                    <a:pt x="323723" y="0"/>
                  </a:lnTo>
                  <a:close/>
                </a:path>
              </a:pathLst>
            </a:custGeom>
            <a:solidFill>
              <a:srgbClr val="F64975"/>
            </a:solidFill>
          </p:spPr>
          <p:txBody>
            <a:bodyPr/>
            <a:lstStyle/>
            <a:p>
              <a:endParaRPr lang="en-ID"/>
            </a:p>
          </p:txBody>
        </p:sp>
      </p:grpSp>
      <p:grpSp>
        <p:nvGrpSpPr>
          <p:cNvPr id="50" name="Group 5">
            <a:extLst>
              <a:ext uri="{FF2B5EF4-FFF2-40B4-BE49-F238E27FC236}">
                <a16:creationId xmlns:a16="http://schemas.microsoft.com/office/drawing/2014/main" id="{0AC51301-C560-DD36-D589-ED081BFECDC5}"/>
              </a:ext>
            </a:extLst>
          </p:cNvPr>
          <p:cNvGrpSpPr/>
          <p:nvPr/>
        </p:nvGrpSpPr>
        <p:grpSpPr>
          <a:xfrm>
            <a:off x="-3692162" y="498123"/>
            <a:ext cx="9404563" cy="9404563"/>
            <a:chOff x="0" y="0"/>
            <a:chExt cx="812800" cy="812800"/>
          </a:xfrm>
        </p:grpSpPr>
        <p:sp>
          <p:nvSpPr>
            <p:cNvPr id="51" name="Freeform 6">
              <a:extLst>
                <a:ext uri="{FF2B5EF4-FFF2-40B4-BE49-F238E27FC236}">
                  <a16:creationId xmlns:a16="http://schemas.microsoft.com/office/drawing/2014/main" id="{7FF38B10-11EE-792D-91C9-5C87826C59D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5960DC"/>
              </a:solidFill>
              <a:prstDash val="solid"/>
              <a:miter/>
            </a:ln>
          </p:spPr>
          <p:txBody>
            <a:bodyPr/>
            <a:lstStyle/>
            <a:p>
              <a:endParaRPr lang="en-US">
                <a:latin typeface="Times New Roman" panose="02020603050405020304" pitchFamily="18" charset="0"/>
                <a:cs typeface="Times New Roman" panose="02020603050405020304" pitchFamily="18" charset="0"/>
              </a:endParaRPr>
            </a:p>
          </p:txBody>
        </p:sp>
        <p:sp>
          <p:nvSpPr>
            <p:cNvPr id="52" name="TextBox 7">
              <a:extLst>
                <a:ext uri="{FF2B5EF4-FFF2-40B4-BE49-F238E27FC236}">
                  <a16:creationId xmlns:a16="http://schemas.microsoft.com/office/drawing/2014/main" id="{D962C817-7486-4533-46D1-0EF331F4C97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latin typeface="Times New Roman" panose="02020603050405020304" pitchFamily="18" charset="0"/>
                <a:cs typeface="Times New Roman" panose="02020603050405020304" pitchFamily="18" charset="0"/>
              </a:endParaRPr>
            </a:p>
          </p:txBody>
        </p:sp>
      </p:grpSp>
      <p:grpSp>
        <p:nvGrpSpPr>
          <p:cNvPr id="53" name="Group 8">
            <a:extLst>
              <a:ext uri="{FF2B5EF4-FFF2-40B4-BE49-F238E27FC236}">
                <a16:creationId xmlns:a16="http://schemas.microsoft.com/office/drawing/2014/main" id="{13B9FFFC-FCF1-2B2F-75C8-A373EDF3AA8D}"/>
              </a:ext>
            </a:extLst>
          </p:cNvPr>
          <p:cNvGrpSpPr/>
          <p:nvPr/>
        </p:nvGrpSpPr>
        <p:grpSpPr>
          <a:xfrm>
            <a:off x="-2924231" y="1266054"/>
            <a:ext cx="7868699" cy="7868699"/>
            <a:chOff x="0" y="0"/>
            <a:chExt cx="812800" cy="812800"/>
          </a:xfrm>
        </p:grpSpPr>
        <p:sp>
          <p:nvSpPr>
            <p:cNvPr id="54" name="Freeform 9">
              <a:extLst>
                <a:ext uri="{FF2B5EF4-FFF2-40B4-BE49-F238E27FC236}">
                  <a16:creationId xmlns:a16="http://schemas.microsoft.com/office/drawing/2014/main" id="{7B77DFA2-4AE1-FB54-B576-DC2B5F67D87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5960DC"/>
              </a:solidFill>
              <a:prstDash val="solid"/>
              <a:miter/>
            </a:ln>
          </p:spPr>
          <p:txBody>
            <a:bodyPr/>
            <a:lstStyle/>
            <a:p>
              <a:endParaRPr lang="en-US">
                <a:latin typeface="Times New Roman" panose="02020603050405020304" pitchFamily="18" charset="0"/>
                <a:cs typeface="Times New Roman" panose="02020603050405020304" pitchFamily="18" charset="0"/>
              </a:endParaRPr>
            </a:p>
          </p:txBody>
        </p:sp>
        <p:sp>
          <p:nvSpPr>
            <p:cNvPr id="55" name="TextBox 10">
              <a:extLst>
                <a:ext uri="{FF2B5EF4-FFF2-40B4-BE49-F238E27FC236}">
                  <a16:creationId xmlns:a16="http://schemas.microsoft.com/office/drawing/2014/main" id="{95754150-1C14-911F-B69E-328D256C84B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latin typeface="Times New Roman" panose="02020603050405020304" pitchFamily="18" charset="0"/>
                <a:cs typeface="Times New Roman" panose="02020603050405020304" pitchFamily="18" charset="0"/>
              </a:endParaRPr>
            </a:p>
          </p:txBody>
        </p:sp>
      </p:grpSp>
      <p:grpSp>
        <p:nvGrpSpPr>
          <p:cNvPr id="57" name="Group 3">
            <a:extLst>
              <a:ext uri="{FF2B5EF4-FFF2-40B4-BE49-F238E27FC236}">
                <a16:creationId xmlns:a16="http://schemas.microsoft.com/office/drawing/2014/main" id="{1FC3951F-B28A-A5B4-5515-6B54925231AA}"/>
              </a:ext>
            </a:extLst>
          </p:cNvPr>
          <p:cNvGrpSpPr/>
          <p:nvPr/>
        </p:nvGrpSpPr>
        <p:grpSpPr>
          <a:xfrm>
            <a:off x="2466925" y="275805"/>
            <a:ext cx="1399809" cy="1368199"/>
            <a:chOff x="-1" y="0"/>
            <a:chExt cx="812800" cy="812800"/>
          </a:xfrm>
        </p:grpSpPr>
        <p:sp>
          <p:nvSpPr>
            <p:cNvPr id="58" name="Freeform 4">
              <a:extLst>
                <a:ext uri="{FF2B5EF4-FFF2-40B4-BE49-F238E27FC236}">
                  <a16:creationId xmlns:a16="http://schemas.microsoft.com/office/drawing/2014/main" id="{A1E9D234-023E-98F9-AA96-AE3B77582302}"/>
                </a:ext>
              </a:extLst>
            </p:cNvPr>
            <p:cNvSpPr/>
            <p:nvPr/>
          </p:nvSpPr>
          <p:spPr>
            <a:xfrm>
              <a:off x="-1"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5960DC"/>
              </a:solidFill>
              <a:prstDash val="solid"/>
              <a:miter/>
            </a:ln>
          </p:spPr>
          <p:txBody>
            <a:bodyPr/>
            <a:lstStyle/>
            <a:p>
              <a:endParaRPr lang="en-US">
                <a:latin typeface="Times New Roman" panose="02020603050405020304" pitchFamily="18" charset="0"/>
                <a:cs typeface="Times New Roman" panose="02020603050405020304" pitchFamily="18" charset="0"/>
              </a:endParaRPr>
            </a:p>
          </p:txBody>
        </p:sp>
        <p:sp>
          <p:nvSpPr>
            <p:cNvPr id="59" name="TextBox 5">
              <a:extLst>
                <a:ext uri="{FF2B5EF4-FFF2-40B4-BE49-F238E27FC236}">
                  <a16:creationId xmlns:a16="http://schemas.microsoft.com/office/drawing/2014/main" id="{75A72579-923F-1C06-B91F-6506FB4F92F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latin typeface="Times New Roman" panose="02020603050405020304" pitchFamily="18" charset="0"/>
                <a:cs typeface="Times New Roman" panose="02020603050405020304" pitchFamily="18" charset="0"/>
              </a:endParaRPr>
            </a:p>
          </p:txBody>
        </p:sp>
      </p:grpSp>
      <p:sp>
        <p:nvSpPr>
          <p:cNvPr id="65" name="Oval 64">
            <a:extLst>
              <a:ext uri="{FF2B5EF4-FFF2-40B4-BE49-F238E27FC236}">
                <a16:creationId xmlns:a16="http://schemas.microsoft.com/office/drawing/2014/main" id="{65DD35C1-86F0-ADB0-B0E3-AC808FC04A88}"/>
              </a:ext>
            </a:extLst>
          </p:cNvPr>
          <p:cNvSpPr/>
          <p:nvPr/>
        </p:nvSpPr>
        <p:spPr>
          <a:xfrm>
            <a:off x="-2005279" y="2386764"/>
            <a:ext cx="5819159" cy="5678023"/>
          </a:xfrm>
          <a:prstGeom prst="ellipse">
            <a:avLst/>
          </a:prstGeom>
          <a:blipFill dpi="0" rotWithShape="1">
            <a:blip r:embed="rId13">
              <a:extLst>
                <a:ext uri="{28A0092B-C50C-407E-A947-70E740481C1C}">
                  <a14:useLocalDpi xmlns:a14="http://schemas.microsoft.com/office/drawing/2010/main" val="0"/>
                </a:ext>
              </a:extLst>
            </a:blip>
            <a:srcRect/>
            <a:stretch>
              <a:fillRect l="3497" t="28" r="-3497" b="-28"/>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7FF329DF-34F6-DFCD-C64F-9825130B3771}"/>
              </a:ext>
            </a:extLst>
          </p:cNvPr>
          <p:cNvSpPr/>
          <p:nvPr/>
        </p:nvSpPr>
        <p:spPr>
          <a:xfrm>
            <a:off x="2673266" y="481353"/>
            <a:ext cx="984334" cy="928347"/>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Group 3">
            <a:extLst>
              <a:ext uri="{FF2B5EF4-FFF2-40B4-BE49-F238E27FC236}">
                <a16:creationId xmlns:a16="http://schemas.microsoft.com/office/drawing/2014/main" id="{413941D1-618C-60B0-FA54-A9141A470789}"/>
              </a:ext>
            </a:extLst>
          </p:cNvPr>
          <p:cNvGrpSpPr/>
          <p:nvPr/>
        </p:nvGrpSpPr>
        <p:grpSpPr>
          <a:xfrm>
            <a:off x="2821344" y="8564192"/>
            <a:ext cx="1399809" cy="1368199"/>
            <a:chOff x="-1" y="0"/>
            <a:chExt cx="812800" cy="812800"/>
          </a:xfrm>
        </p:grpSpPr>
        <p:sp>
          <p:nvSpPr>
            <p:cNvPr id="68" name="Freeform 4">
              <a:extLst>
                <a:ext uri="{FF2B5EF4-FFF2-40B4-BE49-F238E27FC236}">
                  <a16:creationId xmlns:a16="http://schemas.microsoft.com/office/drawing/2014/main" id="{30EEF3C2-2C70-D492-60EA-BED0C57FF739}"/>
                </a:ext>
              </a:extLst>
            </p:cNvPr>
            <p:cNvSpPr/>
            <p:nvPr/>
          </p:nvSpPr>
          <p:spPr>
            <a:xfrm>
              <a:off x="-1"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5960DC"/>
              </a:solidFill>
              <a:prstDash val="solid"/>
              <a:miter/>
            </a:ln>
          </p:spPr>
          <p:txBody>
            <a:bodyPr/>
            <a:lstStyle/>
            <a:p>
              <a:endParaRPr lang="en-US">
                <a:latin typeface="Times New Roman" panose="02020603050405020304" pitchFamily="18" charset="0"/>
                <a:cs typeface="Times New Roman" panose="02020603050405020304" pitchFamily="18" charset="0"/>
              </a:endParaRPr>
            </a:p>
          </p:txBody>
        </p:sp>
        <p:sp>
          <p:nvSpPr>
            <p:cNvPr id="69" name="TextBox 5">
              <a:extLst>
                <a:ext uri="{FF2B5EF4-FFF2-40B4-BE49-F238E27FC236}">
                  <a16:creationId xmlns:a16="http://schemas.microsoft.com/office/drawing/2014/main" id="{5775F477-2F4C-9845-52D9-3EC17BBA51F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latin typeface="Times New Roman" panose="02020603050405020304" pitchFamily="18" charset="0"/>
                <a:cs typeface="Times New Roman" panose="02020603050405020304" pitchFamily="18" charset="0"/>
              </a:endParaRPr>
            </a:p>
          </p:txBody>
        </p:sp>
      </p:grpSp>
      <p:sp>
        <p:nvSpPr>
          <p:cNvPr id="70" name="Oval 69">
            <a:extLst>
              <a:ext uri="{FF2B5EF4-FFF2-40B4-BE49-F238E27FC236}">
                <a16:creationId xmlns:a16="http://schemas.microsoft.com/office/drawing/2014/main" id="{53658B82-F134-EBC4-71F4-B23F6888F06F}"/>
              </a:ext>
            </a:extLst>
          </p:cNvPr>
          <p:cNvSpPr/>
          <p:nvPr/>
        </p:nvSpPr>
        <p:spPr>
          <a:xfrm>
            <a:off x="3029338" y="8767509"/>
            <a:ext cx="984334" cy="928347"/>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B518EF13-EC54-293D-871D-28FFFE8062F9}"/>
              </a:ext>
            </a:extLst>
          </p:cNvPr>
          <p:cNvSpPr txBox="1"/>
          <p:nvPr/>
        </p:nvSpPr>
        <p:spPr>
          <a:xfrm>
            <a:off x="4370907" y="730075"/>
            <a:ext cx="8506893" cy="707886"/>
          </a:xfrm>
          <a:prstGeom prst="rect">
            <a:avLst/>
          </a:prstGeom>
          <a:noFill/>
        </p:spPr>
        <p:txBody>
          <a:bodyPr wrap="square" rtlCol="0">
            <a:spAutoFit/>
          </a:bodyPr>
          <a:lstStyle/>
          <a:p>
            <a:r>
              <a:rPr lang="en-US" sz="4000">
                <a:solidFill>
                  <a:srgbClr val="FFFFFF"/>
                </a:solidFill>
                <a:latin typeface="Arimo"/>
                <a:ea typeface="Arimo"/>
                <a:cs typeface="Arimo"/>
                <a:sym typeface="Arimo"/>
              </a:rPr>
              <a:t> </a:t>
            </a:r>
            <a:r>
              <a:rPr lang="vi-VN" sz="400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rPr>
              <a:t>I</a:t>
            </a:r>
            <a:r>
              <a:rPr lang="en-US" sz="400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rPr>
              <a:t>.  GIỚI THIỆU CHUNG</a:t>
            </a:r>
            <a:endParaRPr lang="en-US" sz="4000"/>
          </a:p>
        </p:txBody>
      </p:sp>
      <p:sp>
        <p:nvSpPr>
          <p:cNvPr id="73" name="TextBox 72">
            <a:extLst>
              <a:ext uri="{FF2B5EF4-FFF2-40B4-BE49-F238E27FC236}">
                <a16:creationId xmlns:a16="http://schemas.microsoft.com/office/drawing/2014/main" id="{16C0490C-70B4-D311-9784-684D179DC9B8}"/>
              </a:ext>
            </a:extLst>
          </p:cNvPr>
          <p:cNvSpPr txBox="1"/>
          <p:nvPr/>
        </p:nvSpPr>
        <p:spPr>
          <a:xfrm>
            <a:off x="5347125" y="2009076"/>
            <a:ext cx="7090097" cy="696024"/>
          </a:xfrm>
          <a:prstGeom prst="rect">
            <a:avLst/>
          </a:prstGeom>
          <a:noFill/>
        </p:spPr>
        <p:txBody>
          <a:bodyPr wrap="square" rtlCol="0">
            <a:spAutoFit/>
          </a:bodyPr>
          <a:lstStyle/>
          <a:p>
            <a:pPr algn="l">
              <a:lnSpc>
                <a:spcPts val="4917"/>
              </a:lnSpc>
            </a:pPr>
            <a:r>
              <a:rPr lang="vi-VN" sz="400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rPr>
              <a:t>II</a:t>
            </a:r>
            <a:r>
              <a:rPr lang="en-US" sz="400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rPr>
              <a:t>.  MỤC TIÊU</a:t>
            </a:r>
            <a:endParaRPr lang="en-US" sz="4000" dirty="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endParaRPr>
          </a:p>
        </p:txBody>
      </p:sp>
      <p:sp>
        <p:nvSpPr>
          <p:cNvPr id="75" name="TextBox 74">
            <a:extLst>
              <a:ext uri="{FF2B5EF4-FFF2-40B4-BE49-F238E27FC236}">
                <a16:creationId xmlns:a16="http://schemas.microsoft.com/office/drawing/2014/main" id="{ECF9A6A2-C77C-928E-4991-763B92E85E97}"/>
              </a:ext>
            </a:extLst>
          </p:cNvPr>
          <p:cNvSpPr txBox="1"/>
          <p:nvPr/>
        </p:nvSpPr>
        <p:spPr>
          <a:xfrm>
            <a:off x="5843792" y="3228276"/>
            <a:ext cx="7090097" cy="696024"/>
          </a:xfrm>
          <a:prstGeom prst="rect">
            <a:avLst/>
          </a:prstGeom>
          <a:noFill/>
        </p:spPr>
        <p:txBody>
          <a:bodyPr wrap="square" rtlCol="0">
            <a:spAutoFit/>
          </a:bodyPr>
          <a:lstStyle/>
          <a:p>
            <a:pPr algn="l">
              <a:lnSpc>
                <a:spcPts val="4917"/>
              </a:lnSpc>
            </a:pPr>
            <a:r>
              <a:rPr lang="en-US" sz="400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rPr>
              <a:t> </a:t>
            </a:r>
            <a:r>
              <a:rPr lang="vi-VN" sz="400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rPr>
              <a:t>III</a:t>
            </a:r>
            <a:r>
              <a:rPr lang="en-US" sz="400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rPr>
              <a:t>.  CHỨC NĂNG </a:t>
            </a:r>
            <a:endParaRPr lang="en-US" sz="4000" dirty="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endParaRPr>
          </a:p>
        </p:txBody>
      </p:sp>
      <p:sp>
        <p:nvSpPr>
          <p:cNvPr id="80" name="TextBox 79">
            <a:extLst>
              <a:ext uri="{FF2B5EF4-FFF2-40B4-BE49-F238E27FC236}">
                <a16:creationId xmlns:a16="http://schemas.microsoft.com/office/drawing/2014/main" id="{BFC9CA14-4CAC-F9CB-8754-EA1A1221ABD9}"/>
              </a:ext>
            </a:extLst>
          </p:cNvPr>
          <p:cNvSpPr txBox="1"/>
          <p:nvPr/>
        </p:nvSpPr>
        <p:spPr>
          <a:xfrm>
            <a:off x="6065892" y="4599876"/>
            <a:ext cx="7090097" cy="696024"/>
          </a:xfrm>
          <a:prstGeom prst="rect">
            <a:avLst/>
          </a:prstGeom>
          <a:noFill/>
        </p:spPr>
        <p:txBody>
          <a:bodyPr wrap="square" rtlCol="0">
            <a:spAutoFit/>
          </a:bodyPr>
          <a:lstStyle/>
          <a:p>
            <a:pPr algn="l">
              <a:lnSpc>
                <a:spcPts val="4917"/>
              </a:lnSpc>
            </a:pPr>
            <a:r>
              <a:rPr lang="en-US" sz="400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rPr>
              <a:t> </a:t>
            </a:r>
            <a:r>
              <a:rPr lang="vi-VN" sz="400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rPr>
              <a:t>IV</a:t>
            </a:r>
            <a:r>
              <a:rPr lang="en-US" sz="400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rPr>
              <a:t>.  THIẾT KẾ CƠ SỞ</a:t>
            </a:r>
            <a:endParaRPr lang="en-US" sz="4000" dirty="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endParaRPr>
          </a:p>
        </p:txBody>
      </p:sp>
      <p:sp>
        <p:nvSpPr>
          <p:cNvPr id="81" name="TextBox 80">
            <a:extLst>
              <a:ext uri="{FF2B5EF4-FFF2-40B4-BE49-F238E27FC236}">
                <a16:creationId xmlns:a16="http://schemas.microsoft.com/office/drawing/2014/main" id="{83AB6194-B26D-19DE-2445-341FBAD0367D}"/>
              </a:ext>
            </a:extLst>
          </p:cNvPr>
          <p:cNvSpPr txBox="1"/>
          <p:nvPr/>
        </p:nvSpPr>
        <p:spPr>
          <a:xfrm>
            <a:off x="5940103" y="5971476"/>
            <a:ext cx="7090097" cy="696024"/>
          </a:xfrm>
          <a:prstGeom prst="rect">
            <a:avLst/>
          </a:prstGeom>
          <a:noFill/>
        </p:spPr>
        <p:txBody>
          <a:bodyPr wrap="square" rtlCol="0">
            <a:spAutoFit/>
          </a:bodyPr>
          <a:lstStyle/>
          <a:p>
            <a:pPr algn="l">
              <a:lnSpc>
                <a:spcPts val="4917"/>
              </a:lnSpc>
            </a:pPr>
            <a:r>
              <a:rPr lang="vi-VN" sz="400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rPr>
              <a:t>V</a:t>
            </a:r>
            <a:r>
              <a:rPr lang="en-US" sz="400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rPr>
              <a:t>.  PHÂN CÔNG CÔNG VIỆC</a:t>
            </a:r>
            <a:endParaRPr lang="en-US" sz="4000" dirty="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endParaRPr>
          </a:p>
        </p:txBody>
      </p:sp>
      <p:sp>
        <p:nvSpPr>
          <p:cNvPr id="82" name="TextBox 81">
            <a:extLst>
              <a:ext uri="{FF2B5EF4-FFF2-40B4-BE49-F238E27FC236}">
                <a16:creationId xmlns:a16="http://schemas.microsoft.com/office/drawing/2014/main" id="{A395F8A1-2D4C-52F6-5AB7-0ABA32ADDD25}"/>
              </a:ext>
            </a:extLst>
          </p:cNvPr>
          <p:cNvSpPr txBox="1"/>
          <p:nvPr/>
        </p:nvSpPr>
        <p:spPr>
          <a:xfrm>
            <a:off x="5635303" y="7419276"/>
            <a:ext cx="7090097" cy="696024"/>
          </a:xfrm>
          <a:prstGeom prst="rect">
            <a:avLst/>
          </a:prstGeom>
          <a:noFill/>
        </p:spPr>
        <p:txBody>
          <a:bodyPr wrap="square" rtlCol="0">
            <a:spAutoFit/>
          </a:bodyPr>
          <a:lstStyle/>
          <a:p>
            <a:pPr algn="l">
              <a:lnSpc>
                <a:spcPts val="4917"/>
              </a:lnSpc>
            </a:pPr>
            <a:r>
              <a:rPr lang="en-US" sz="400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rPr>
              <a:t> </a:t>
            </a:r>
            <a:r>
              <a:rPr lang="vi-VN" sz="400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rPr>
              <a:t>VI</a:t>
            </a:r>
            <a:r>
              <a:rPr lang="en-US" sz="400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rPr>
              <a:t>.  KẾT QUẢ DỰ KIẾN</a:t>
            </a:r>
            <a:endParaRPr lang="en-US" sz="4000" dirty="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endParaRPr>
          </a:p>
        </p:txBody>
      </p:sp>
      <p:sp>
        <p:nvSpPr>
          <p:cNvPr id="83" name="TextBox 82">
            <a:extLst>
              <a:ext uri="{FF2B5EF4-FFF2-40B4-BE49-F238E27FC236}">
                <a16:creationId xmlns:a16="http://schemas.microsoft.com/office/drawing/2014/main" id="{10EF1BFC-C40A-1C97-32C3-35BC03FCCFBF}"/>
              </a:ext>
            </a:extLst>
          </p:cNvPr>
          <p:cNvSpPr txBox="1"/>
          <p:nvPr/>
        </p:nvSpPr>
        <p:spPr>
          <a:xfrm>
            <a:off x="4949502" y="8714676"/>
            <a:ext cx="9883859" cy="696024"/>
          </a:xfrm>
          <a:prstGeom prst="rect">
            <a:avLst/>
          </a:prstGeom>
          <a:noFill/>
        </p:spPr>
        <p:txBody>
          <a:bodyPr wrap="square" rtlCol="0">
            <a:spAutoFit/>
          </a:bodyPr>
          <a:lstStyle/>
          <a:p>
            <a:pPr algn="l">
              <a:lnSpc>
                <a:spcPts val="4917"/>
              </a:lnSpc>
            </a:pPr>
            <a:r>
              <a:rPr lang="en-US" sz="400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rPr>
              <a:t> </a:t>
            </a:r>
            <a:r>
              <a:rPr lang="vi-VN" sz="400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rPr>
              <a:t>VII</a:t>
            </a:r>
            <a:r>
              <a:rPr lang="en-US" sz="400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rPr>
              <a:t>. THỜI GIAN DỰ KIẾN HOÀN THÀNH</a:t>
            </a:r>
            <a:endParaRPr lang="en-US" sz="4000" dirty="0">
              <a:solidFill>
                <a:srgbClr val="FFFFFF"/>
              </a:solidFill>
              <a:latin typeface="Noto Sans" panose="020B0502040504020204" pitchFamily="34" charset="0"/>
              <a:ea typeface="Noto Sans" panose="020B0502040504020204" pitchFamily="34" charset="0"/>
              <a:cs typeface="Noto Sans" panose="020B0502040504020204" pitchFamily="34" charset="0"/>
              <a:sym typeface="Arimo"/>
            </a:endParaRPr>
          </a:p>
        </p:txBody>
      </p:sp>
      <p:sp>
        <p:nvSpPr>
          <p:cNvPr id="85" name="Freeform 5">
            <a:extLst>
              <a:ext uri="{FF2B5EF4-FFF2-40B4-BE49-F238E27FC236}">
                <a16:creationId xmlns:a16="http://schemas.microsoft.com/office/drawing/2014/main" id="{3BFFA5E4-5B23-9FE4-1567-0FC3E6B77A48}"/>
              </a:ext>
            </a:extLst>
          </p:cNvPr>
          <p:cNvSpPr/>
          <p:nvPr/>
        </p:nvSpPr>
        <p:spPr>
          <a:xfrm>
            <a:off x="10911603" y="1124447"/>
            <a:ext cx="383904" cy="2578108"/>
          </a:xfrm>
          <a:custGeom>
            <a:avLst/>
            <a:gdLst/>
            <a:ahLst/>
            <a:cxnLst/>
            <a:rect l="l" t="t" r="r" b="b"/>
            <a:pathLst>
              <a:path w="383904" h="2578108">
                <a:moveTo>
                  <a:pt x="0" y="0"/>
                </a:moveTo>
                <a:lnTo>
                  <a:pt x="383904" y="0"/>
                </a:lnTo>
                <a:lnTo>
                  <a:pt x="383904" y="2578108"/>
                </a:lnTo>
                <a:lnTo>
                  <a:pt x="0" y="25781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D"/>
          </a:p>
        </p:txBody>
      </p:sp>
      <p:sp>
        <p:nvSpPr>
          <p:cNvPr id="86" name="Freeform 5">
            <a:extLst>
              <a:ext uri="{FF2B5EF4-FFF2-40B4-BE49-F238E27FC236}">
                <a16:creationId xmlns:a16="http://schemas.microsoft.com/office/drawing/2014/main" id="{9FBDAF75-CFF9-6C71-8C08-3C64DE4E615F}"/>
              </a:ext>
            </a:extLst>
          </p:cNvPr>
          <p:cNvSpPr/>
          <p:nvPr/>
        </p:nvSpPr>
        <p:spPr>
          <a:xfrm>
            <a:off x="13498069" y="3936721"/>
            <a:ext cx="383904" cy="2578108"/>
          </a:xfrm>
          <a:custGeom>
            <a:avLst/>
            <a:gdLst/>
            <a:ahLst/>
            <a:cxnLst/>
            <a:rect l="l" t="t" r="r" b="b"/>
            <a:pathLst>
              <a:path w="383904" h="2578108">
                <a:moveTo>
                  <a:pt x="0" y="0"/>
                </a:moveTo>
                <a:lnTo>
                  <a:pt x="383904" y="0"/>
                </a:lnTo>
                <a:lnTo>
                  <a:pt x="383904" y="2578108"/>
                </a:lnTo>
                <a:lnTo>
                  <a:pt x="0" y="25781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D"/>
          </a:p>
        </p:txBody>
      </p:sp>
      <p:sp>
        <p:nvSpPr>
          <p:cNvPr id="87" name="Freeform 5">
            <a:extLst>
              <a:ext uri="{FF2B5EF4-FFF2-40B4-BE49-F238E27FC236}">
                <a16:creationId xmlns:a16="http://schemas.microsoft.com/office/drawing/2014/main" id="{D263BF7B-6273-8D5E-BE27-45DBB047C2CB}"/>
              </a:ext>
            </a:extLst>
          </p:cNvPr>
          <p:cNvSpPr/>
          <p:nvPr/>
        </p:nvSpPr>
        <p:spPr>
          <a:xfrm>
            <a:off x="16455840" y="9062688"/>
            <a:ext cx="383904" cy="2578108"/>
          </a:xfrm>
          <a:custGeom>
            <a:avLst/>
            <a:gdLst/>
            <a:ahLst/>
            <a:cxnLst/>
            <a:rect l="l" t="t" r="r" b="b"/>
            <a:pathLst>
              <a:path w="383904" h="2578108">
                <a:moveTo>
                  <a:pt x="0" y="0"/>
                </a:moveTo>
                <a:lnTo>
                  <a:pt x="383904" y="0"/>
                </a:lnTo>
                <a:lnTo>
                  <a:pt x="383904" y="2578108"/>
                </a:lnTo>
                <a:lnTo>
                  <a:pt x="0" y="25781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D"/>
          </a:p>
        </p:txBody>
      </p:sp>
      <p:sp>
        <p:nvSpPr>
          <p:cNvPr id="88" name="Freeform 6">
            <a:extLst>
              <a:ext uri="{FF2B5EF4-FFF2-40B4-BE49-F238E27FC236}">
                <a16:creationId xmlns:a16="http://schemas.microsoft.com/office/drawing/2014/main" id="{CB360BFD-F6F4-2C7A-6C25-9E7AAD38ED04}"/>
              </a:ext>
            </a:extLst>
          </p:cNvPr>
          <p:cNvSpPr/>
          <p:nvPr/>
        </p:nvSpPr>
        <p:spPr>
          <a:xfrm>
            <a:off x="4032700" y="3517003"/>
            <a:ext cx="242892" cy="3933852"/>
          </a:xfrm>
          <a:custGeom>
            <a:avLst/>
            <a:gdLst/>
            <a:ahLst/>
            <a:cxnLst/>
            <a:rect l="l" t="t" r="r" b="b"/>
            <a:pathLst>
              <a:path w="242892" h="3933852">
                <a:moveTo>
                  <a:pt x="0" y="0"/>
                </a:moveTo>
                <a:lnTo>
                  <a:pt x="242892" y="0"/>
                </a:lnTo>
                <a:lnTo>
                  <a:pt x="242892" y="3933852"/>
                </a:lnTo>
                <a:lnTo>
                  <a:pt x="0" y="393385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D"/>
          </a:p>
        </p:txBody>
      </p:sp>
      <p:sp>
        <p:nvSpPr>
          <p:cNvPr id="89" name="Freeform 25">
            <a:extLst>
              <a:ext uri="{FF2B5EF4-FFF2-40B4-BE49-F238E27FC236}">
                <a16:creationId xmlns:a16="http://schemas.microsoft.com/office/drawing/2014/main" id="{DCDF0ACE-2130-6554-DA5B-F76313C4604A}"/>
              </a:ext>
            </a:extLst>
          </p:cNvPr>
          <p:cNvSpPr/>
          <p:nvPr/>
        </p:nvSpPr>
        <p:spPr>
          <a:xfrm rot="5400000">
            <a:off x="17652849" y="155544"/>
            <a:ext cx="398002" cy="1734398"/>
          </a:xfrm>
          <a:custGeom>
            <a:avLst/>
            <a:gdLst/>
            <a:ahLst/>
            <a:cxnLst/>
            <a:rect l="l" t="t" r="r" b="b"/>
            <a:pathLst>
              <a:path w="398002" h="1734398">
                <a:moveTo>
                  <a:pt x="0" y="0"/>
                </a:moveTo>
                <a:lnTo>
                  <a:pt x="398002" y="0"/>
                </a:lnTo>
                <a:lnTo>
                  <a:pt x="398002" y="1734398"/>
                </a:lnTo>
                <a:lnTo>
                  <a:pt x="0" y="173439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D"/>
          </a:p>
        </p:txBody>
      </p:sp>
      <p:grpSp>
        <p:nvGrpSpPr>
          <p:cNvPr id="90" name="Group 5">
            <a:extLst>
              <a:ext uri="{FF2B5EF4-FFF2-40B4-BE49-F238E27FC236}">
                <a16:creationId xmlns:a16="http://schemas.microsoft.com/office/drawing/2014/main" id="{5161A5BA-0AD7-E280-F52B-1B920A2378C8}"/>
              </a:ext>
            </a:extLst>
          </p:cNvPr>
          <p:cNvGrpSpPr/>
          <p:nvPr/>
        </p:nvGrpSpPr>
        <p:grpSpPr>
          <a:xfrm>
            <a:off x="-2509099" y="1860402"/>
            <a:ext cx="6936609" cy="6863752"/>
            <a:chOff x="0" y="0"/>
            <a:chExt cx="812800" cy="812800"/>
          </a:xfrm>
        </p:grpSpPr>
        <p:sp>
          <p:nvSpPr>
            <p:cNvPr id="91" name="Freeform 6">
              <a:extLst>
                <a:ext uri="{FF2B5EF4-FFF2-40B4-BE49-F238E27FC236}">
                  <a16:creationId xmlns:a16="http://schemas.microsoft.com/office/drawing/2014/main" id="{9563F5CF-F81A-B754-A173-DB7B0EEDF08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5960DC"/>
              </a:solidFill>
              <a:prstDash val="solid"/>
              <a:miter/>
            </a:ln>
          </p:spPr>
          <p:txBody>
            <a:bodyPr/>
            <a:lstStyle/>
            <a:p>
              <a:endParaRPr lang="en-US">
                <a:latin typeface="Times New Roman" panose="02020603050405020304" pitchFamily="18" charset="0"/>
                <a:cs typeface="Times New Roman" panose="02020603050405020304" pitchFamily="18" charset="0"/>
              </a:endParaRPr>
            </a:p>
          </p:txBody>
        </p:sp>
        <p:sp>
          <p:nvSpPr>
            <p:cNvPr id="92" name="TextBox 7">
              <a:extLst>
                <a:ext uri="{FF2B5EF4-FFF2-40B4-BE49-F238E27FC236}">
                  <a16:creationId xmlns:a16="http://schemas.microsoft.com/office/drawing/2014/main" id="{77B49A45-1BB3-F199-C7B7-4E377E8CD71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latin typeface="Times New Roman" panose="02020603050405020304" pitchFamily="18" charset="0"/>
                <a:cs typeface="Times New Roman" panose="02020603050405020304" pitchFamily="18" charset="0"/>
              </a:endParaRPr>
            </a:p>
          </p:txBody>
        </p:sp>
      </p:gr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845"/>
        </a:solidFill>
        <a:effectLst/>
      </p:bgPr>
    </p:bg>
    <p:spTree>
      <p:nvGrpSpPr>
        <p:cNvPr id="1" name=""/>
        <p:cNvGrpSpPr/>
        <p:nvPr/>
      </p:nvGrpSpPr>
      <p:grpSpPr>
        <a:xfrm>
          <a:off x="0" y="0"/>
          <a:ext cx="0" cy="0"/>
          <a:chOff x="0" y="0"/>
          <a:chExt cx="0" cy="0"/>
        </a:xfrm>
      </p:grpSpPr>
      <p:grpSp>
        <p:nvGrpSpPr>
          <p:cNvPr id="2" name="Group 2"/>
          <p:cNvGrpSpPr/>
          <p:nvPr/>
        </p:nvGrpSpPr>
        <p:grpSpPr>
          <a:xfrm>
            <a:off x="17225526" y="1735550"/>
            <a:ext cx="334300" cy="334300"/>
            <a:chOff x="0" y="0"/>
            <a:chExt cx="445733" cy="445733"/>
          </a:xfrm>
        </p:grpSpPr>
        <p:sp>
          <p:nvSpPr>
            <p:cNvPr id="3" name="Freeform 3"/>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4" name="Group 4"/>
          <p:cNvGrpSpPr/>
          <p:nvPr/>
        </p:nvGrpSpPr>
        <p:grpSpPr>
          <a:xfrm>
            <a:off x="17284050" y="970350"/>
            <a:ext cx="217300" cy="217300"/>
            <a:chOff x="0" y="0"/>
            <a:chExt cx="289733" cy="289733"/>
          </a:xfrm>
        </p:grpSpPr>
        <p:sp>
          <p:nvSpPr>
            <p:cNvPr id="5" name="Freeform 5"/>
            <p:cNvSpPr/>
            <p:nvPr/>
          </p:nvSpPr>
          <p:spPr>
            <a:xfrm>
              <a:off x="127" y="127"/>
              <a:ext cx="289560" cy="289560"/>
            </a:xfrm>
            <a:custGeom>
              <a:avLst/>
              <a:gdLst/>
              <a:ahLst/>
              <a:cxnLst/>
              <a:rect l="l" t="t" r="r" b="b"/>
              <a:pathLst>
                <a:path w="289560" h="289560">
                  <a:moveTo>
                    <a:pt x="267081" y="23622"/>
                  </a:moveTo>
                  <a:lnTo>
                    <a:pt x="267081" y="268351"/>
                  </a:lnTo>
                  <a:lnTo>
                    <a:pt x="22352" y="268351"/>
                  </a:lnTo>
                  <a:lnTo>
                    <a:pt x="22352" y="23622"/>
                  </a:lnTo>
                  <a:close/>
                  <a:moveTo>
                    <a:pt x="0" y="0"/>
                  </a:moveTo>
                  <a:lnTo>
                    <a:pt x="0" y="289560"/>
                  </a:lnTo>
                  <a:lnTo>
                    <a:pt x="289560" y="289560"/>
                  </a:lnTo>
                  <a:lnTo>
                    <a:pt x="289560" y="0"/>
                  </a:lnTo>
                  <a:close/>
                </a:path>
              </a:pathLst>
            </a:custGeom>
            <a:solidFill>
              <a:srgbClr val="FC723F"/>
            </a:solidFill>
          </p:spPr>
          <p:txBody>
            <a:bodyPr/>
            <a:lstStyle/>
            <a:p>
              <a:endParaRPr lang="en-ID"/>
            </a:p>
          </p:txBody>
        </p:sp>
      </p:grpSp>
      <p:grpSp>
        <p:nvGrpSpPr>
          <p:cNvPr id="6" name="Group 6"/>
          <p:cNvGrpSpPr/>
          <p:nvPr/>
        </p:nvGrpSpPr>
        <p:grpSpPr>
          <a:xfrm>
            <a:off x="17708900" y="390050"/>
            <a:ext cx="311850" cy="312750"/>
            <a:chOff x="0" y="0"/>
            <a:chExt cx="415800" cy="417000"/>
          </a:xfrm>
        </p:grpSpPr>
        <p:sp>
          <p:nvSpPr>
            <p:cNvPr id="7" name="Freeform 7"/>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grpSp>
        <p:nvGrpSpPr>
          <p:cNvPr id="8" name="Group 8"/>
          <p:cNvGrpSpPr/>
          <p:nvPr/>
        </p:nvGrpSpPr>
        <p:grpSpPr>
          <a:xfrm>
            <a:off x="304420" y="9507822"/>
            <a:ext cx="190986" cy="190924"/>
            <a:chOff x="0" y="0"/>
            <a:chExt cx="254648" cy="254565"/>
          </a:xfrm>
        </p:grpSpPr>
        <p:sp>
          <p:nvSpPr>
            <p:cNvPr id="9" name="Freeform 9"/>
            <p:cNvSpPr/>
            <p:nvPr/>
          </p:nvSpPr>
          <p:spPr>
            <a:xfrm>
              <a:off x="127" y="0"/>
              <a:ext cx="254381" cy="254508"/>
            </a:xfrm>
            <a:custGeom>
              <a:avLst/>
              <a:gdLst/>
              <a:ahLst/>
              <a:cxnLst/>
              <a:rect l="l" t="t" r="r" b="b"/>
              <a:pathLst>
                <a:path w="254381" h="254508">
                  <a:moveTo>
                    <a:pt x="219202" y="36830"/>
                  </a:moveTo>
                  <a:lnTo>
                    <a:pt x="219202" y="219329"/>
                  </a:lnTo>
                  <a:lnTo>
                    <a:pt x="36703" y="219329"/>
                  </a:lnTo>
                  <a:lnTo>
                    <a:pt x="36703" y="36830"/>
                  </a:lnTo>
                  <a:close/>
                  <a:moveTo>
                    <a:pt x="0" y="0"/>
                  </a:moveTo>
                  <a:lnTo>
                    <a:pt x="0" y="254508"/>
                  </a:lnTo>
                  <a:lnTo>
                    <a:pt x="254381" y="254508"/>
                  </a:lnTo>
                  <a:lnTo>
                    <a:pt x="254381" y="0"/>
                  </a:lnTo>
                  <a:close/>
                </a:path>
              </a:pathLst>
            </a:custGeom>
            <a:solidFill>
              <a:srgbClr val="FF9973"/>
            </a:solidFill>
          </p:spPr>
          <p:txBody>
            <a:bodyPr/>
            <a:lstStyle/>
            <a:p>
              <a:endParaRPr lang="en-ID"/>
            </a:p>
          </p:txBody>
        </p:sp>
      </p:grpSp>
      <p:grpSp>
        <p:nvGrpSpPr>
          <p:cNvPr id="10" name="Group 10"/>
          <p:cNvGrpSpPr/>
          <p:nvPr/>
        </p:nvGrpSpPr>
        <p:grpSpPr>
          <a:xfrm>
            <a:off x="17782576" y="1432170"/>
            <a:ext cx="164518" cy="164518"/>
            <a:chOff x="0" y="0"/>
            <a:chExt cx="219357" cy="219357"/>
          </a:xfrm>
        </p:grpSpPr>
        <p:sp>
          <p:nvSpPr>
            <p:cNvPr id="11" name="Freeform 11"/>
            <p:cNvSpPr/>
            <p:nvPr/>
          </p:nvSpPr>
          <p:spPr>
            <a:xfrm>
              <a:off x="127" y="127"/>
              <a:ext cx="219202" cy="219202"/>
            </a:xfrm>
            <a:custGeom>
              <a:avLst/>
              <a:gdLst/>
              <a:ahLst/>
              <a:cxnLst/>
              <a:rect l="l" t="t" r="r" b="b"/>
              <a:pathLst>
                <a:path w="219202" h="219202">
                  <a:moveTo>
                    <a:pt x="0" y="0"/>
                  </a:moveTo>
                  <a:lnTo>
                    <a:pt x="0" y="219202"/>
                  </a:lnTo>
                  <a:lnTo>
                    <a:pt x="219202" y="219202"/>
                  </a:lnTo>
                  <a:lnTo>
                    <a:pt x="219202" y="0"/>
                  </a:lnTo>
                  <a:close/>
                </a:path>
              </a:pathLst>
            </a:custGeom>
            <a:solidFill>
              <a:srgbClr val="F64975"/>
            </a:solidFill>
          </p:spPr>
          <p:txBody>
            <a:bodyPr/>
            <a:lstStyle/>
            <a:p>
              <a:endParaRPr lang="en-ID"/>
            </a:p>
          </p:txBody>
        </p:sp>
      </p:grpSp>
      <p:grpSp>
        <p:nvGrpSpPr>
          <p:cNvPr id="12" name="Group 12"/>
          <p:cNvGrpSpPr/>
          <p:nvPr/>
        </p:nvGrpSpPr>
        <p:grpSpPr>
          <a:xfrm>
            <a:off x="404850" y="8803450"/>
            <a:ext cx="334300" cy="334300"/>
            <a:chOff x="0" y="0"/>
            <a:chExt cx="445733" cy="445733"/>
          </a:xfrm>
        </p:grpSpPr>
        <p:sp>
          <p:nvSpPr>
            <p:cNvPr id="13" name="Freeform 13"/>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14" name="Group 14"/>
          <p:cNvGrpSpPr/>
          <p:nvPr/>
        </p:nvGrpSpPr>
        <p:grpSpPr>
          <a:xfrm>
            <a:off x="925800" y="9507800"/>
            <a:ext cx="311850" cy="312750"/>
            <a:chOff x="0" y="0"/>
            <a:chExt cx="415800" cy="417000"/>
          </a:xfrm>
        </p:grpSpPr>
        <p:sp>
          <p:nvSpPr>
            <p:cNvPr id="15" name="Freeform 15"/>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sp>
        <p:nvSpPr>
          <p:cNvPr id="16" name="Freeform 16"/>
          <p:cNvSpPr/>
          <p:nvPr/>
        </p:nvSpPr>
        <p:spPr>
          <a:xfrm>
            <a:off x="5446118" y="4929166"/>
            <a:ext cx="779120" cy="781718"/>
          </a:xfrm>
          <a:custGeom>
            <a:avLst/>
            <a:gdLst/>
            <a:ahLst/>
            <a:cxnLst/>
            <a:rect l="l" t="t" r="r" b="b"/>
            <a:pathLst>
              <a:path w="779120" h="781718">
                <a:moveTo>
                  <a:pt x="0" y="0"/>
                </a:moveTo>
                <a:lnTo>
                  <a:pt x="779120" y="0"/>
                </a:lnTo>
                <a:lnTo>
                  <a:pt x="779120" y="781718"/>
                </a:lnTo>
                <a:lnTo>
                  <a:pt x="0" y="7817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D"/>
          </a:p>
        </p:txBody>
      </p:sp>
      <p:sp>
        <p:nvSpPr>
          <p:cNvPr id="17" name="Freeform 17"/>
          <p:cNvSpPr/>
          <p:nvPr/>
        </p:nvSpPr>
        <p:spPr>
          <a:xfrm>
            <a:off x="8716100" y="5141300"/>
            <a:ext cx="1175900" cy="357450"/>
          </a:xfrm>
          <a:custGeom>
            <a:avLst/>
            <a:gdLst/>
            <a:ahLst/>
            <a:cxnLst/>
            <a:rect l="l" t="t" r="r" b="b"/>
            <a:pathLst>
              <a:path w="1175900" h="357450">
                <a:moveTo>
                  <a:pt x="0" y="0"/>
                </a:moveTo>
                <a:lnTo>
                  <a:pt x="1175900" y="0"/>
                </a:lnTo>
                <a:lnTo>
                  <a:pt x="1175900" y="357450"/>
                </a:lnTo>
                <a:lnTo>
                  <a:pt x="0" y="3574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D"/>
          </a:p>
        </p:txBody>
      </p:sp>
      <p:sp>
        <p:nvSpPr>
          <p:cNvPr id="18" name="Freeform 18"/>
          <p:cNvSpPr/>
          <p:nvPr/>
        </p:nvSpPr>
        <p:spPr>
          <a:xfrm>
            <a:off x="9553506" y="4749"/>
            <a:ext cx="8709411" cy="10282251"/>
          </a:xfrm>
          <a:custGeom>
            <a:avLst/>
            <a:gdLst/>
            <a:ahLst/>
            <a:cxnLst/>
            <a:rect l="l" t="t" r="r" b="b"/>
            <a:pathLst>
              <a:path w="8709411" h="10282251">
                <a:moveTo>
                  <a:pt x="0" y="0"/>
                </a:moveTo>
                <a:lnTo>
                  <a:pt x="8709411" y="0"/>
                </a:lnTo>
                <a:lnTo>
                  <a:pt x="8709411" y="10282251"/>
                </a:lnTo>
                <a:lnTo>
                  <a:pt x="0" y="10282251"/>
                </a:lnTo>
                <a:lnTo>
                  <a:pt x="0" y="0"/>
                </a:lnTo>
                <a:close/>
              </a:path>
            </a:pathLst>
          </a:custGeom>
          <a:blipFill>
            <a:blip r:embed="rId7"/>
            <a:stretch>
              <a:fillRect l="-11049" t="-3872" r="-4644" b="-8929"/>
            </a:stretch>
          </a:blipFill>
        </p:spPr>
        <p:txBody>
          <a:bodyPr/>
          <a:lstStyle/>
          <a:p>
            <a:endParaRPr lang="en-ID"/>
          </a:p>
        </p:txBody>
      </p:sp>
      <p:sp>
        <p:nvSpPr>
          <p:cNvPr id="19" name="TextBox 19"/>
          <p:cNvSpPr txBox="1"/>
          <p:nvPr/>
        </p:nvSpPr>
        <p:spPr>
          <a:xfrm>
            <a:off x="344214" y="856050"/>
            <a:ext cx="5599386" cy="1027896"/>
          </a:xfrm>
          <a:prstGeom prst="rect">
            <a:avLst/>
          </a:prstGeom>
        </p:spPr>
        <p:txBody>
          <a:bodyPr wrap="square" lIns="0" tIns="0" rIns="0" bIns="0" rtlCol="0" anchor="t">
            <a:spAutoFit/>
          </a:bodyPr>
          <a:lstStyle/>
          <a:p>
            <a:pPr marL="651119" lvl="1" algn="ctr">
              <a:lnSpc>
                <a:spcPts val="8444"/>
              </a:lnSpc>
            </a:pPr>
            <a:r>
              <a:rPr lang="vi-VN" sz="6031" b="1">
                <a:solidFill>
                  <a:srgbClr val="FFFFFF"/>
                </a:solidFill>
                <a:latin typeface="Noto Sans Bold"/>
                <a:ea typeface="Noto Sans Bold"/>
                <a:cs typeface="Noto Sans Bold"/>
                <a:sym typeface="Noto Sans Bold"/>
              </a:rPr>
              <a:t>I.</a:t>
            </a:r>
            <a:r>
              <a:rPr lang="en-US" sz="6031" b="1">
                <a:solidFill>
                  <a:srgbClr val="FFFFFF"/>
                </a:solidFill>
                <a:latin typeface="Noto Sans Bold"/>
                <a:ea typeface="Noto Sans Bold"/>
                <a:cs typeface="Noto Sans Bold"/>
                <a:sym typeface="Noto Sans Bold"/>
              </a:rPr>
              <a:t> </a:t>
            </a:r>
            <a:r>
              <a:rPr lang="en-US" sz="6031" b="1" dirty="0" err="1">
                <a:solidFill>
                  <a:srgbClr val="FFFFFF"/>
                </a:solidFill>
                <a:latin typeface="Noto Sans Bold"/>
                <a:ea typeface="Noto Sans Bold"/>
                <a:cs typeface="Noto Sans Bold"/>
                <a:sym typeface="Noto Sans Bold"/>
              </a:rPr>
              <a:t>Giới</a:t>
            </a:r>
            <a:r>
              <a:rPr lang="en-US" sz="6031" b="1" dirty="0">
                <a:solidFill>
                  <a:srgbClr val="FFFFFF"/>
                </a:solidFill>
                <a:latin typeface="Noto Sans Bold"/>
                <a:ea typeface="Noto Sans Bold"/>
                <a:cs typeface="Noto Sans Bold"/>
                <a:sym typeface="Noto Sans Bold"/>
              </a:rPr>
              <a:t> </a:t>
            </a:r>
            <a:r>
              <a:rPr lang="en-US" sz="6031" b="1" dirty="0" err="1">
                <a:solidFill>
                  <a:srgbClr val="FFFFFF"/>
                </a:solidFill>
                <a:latin typeface="Noto Sans Bold"/>
                <a:ea typeface="Noto Sans Bold"/>
                <a:cs typeface="Noto Sans Bold"/>
                <a:sym typeface="Noto Sans Bold"/>
              </a:rPr>
              <a:t>thiệu</a:t>
            </a:r>
            <a:endParaRPr lang="en-US" sz="6031" b="1" dirty="0">
              <a:solidFill>
                <a:srgbClr val="FFFFFF"/>
              </a:solidFill>
              <a:latin typeface="Noto Sans Bold"/>
              <a:ea typeface="Noto Sans Bold"/>
              <a:cs typeface="Noto Sans Bold"/>
              <a:sym typeface="Noto Sans Bold"/>
            </a:endParaRPr>
          </a:p>
        </p:txBody>
      </p:sp>
      <p:sp>
        <p:nvSpPr>
          <p:cNvPr id="20" name="TextBox 20"/>
          <p:cNvSpPr txBox="1"/>
          <p:nvPr/>
        </p:nvSpPr>
        <p:spPr>
          <a:xfrm>
            <a:off x="1600200" y="2160869"/>
            <a:ext cx="5599386" cy="904140"/>
          </a:xfrm>
          <a:prstGeom prst="rect">
            <a:avLst/>
          </a:prstGeom>
        </p:spPr>
        <p:txBody>
          <a:bodyPr wrap="square" lIns="0" tIns="0" rIns="0" bIns="0" rtlCol="0" anchor="t">
            <a:spAutoFit/>
          </a:bodyPr>
          <a:lstStyle/>
          <a:p>
            <a:pPr algn="ctr">
              <a:lnSpc>
                <a:spcPts val="4819"/>
              </a:lnSpc>
            </a:pPr>
            <a:r>
              <a:rPr lang="en-US" sz="3442" b="1" dirty="0" err="1">
                <a:solidFill>
                  <a:srgbClr val="FFFFFF"/>
                </a:solidFill>
                <a:latin typeface="Noto Sans Bold"/>
                <a:ea typeface="Noto Sans Bold"/>
                <a:cs typeface="Noto Sans Bold"/>
                <a:sym typeface="Noto Sans Bold"/>
              </a:rPr>
              <a:t>Hệ</a:t>
            </a:r>
            <a:r>
              <a:rPr lang="en-US" sz="3442" b="1" dirty="0">
                <a:solidFill>
                  <a:srgbClr val="FFFFFF"/>
                </a:solidFill>
                <a:latin typeface="Noto Sans Bold"/>
                <a:ea typeface="Noto Sans Bold"/>
                <a:cs typeface="Noto Sans Bold"/>
                <a:sym typeface="Noto Sans Bold"/>
              </a:rPr>
              <a:t> </a:t>
            </a:r>
            <a:r>
              <a:rPr lang="en-US" sz="3442" b="1" dirty="0" err="1">
                <a:solidFill>
                  <a:srgbClr val="FFFFFF"/>
                </a:solidFill>
                <a:latin typeface="Noto Sans Bold"/>
                <a:ea typeface="Noto Sans Bold"/>
                <a:cs typeface="Noto Sans Bold"/>
                <a:sym typeface="Noto Sans Bold"/>
              </a:rPr>
              <a:t>thống</a:t>
            </a:r>
            <a:r>
              <a:rPr lang="en-US" sz="3442" b="1" dirty="0">
                <a:solidFill>
                  <a:srgbClr val="FFFFFF"/>
                </a:solidFill>
                <a:latin typeface="Noto Sans Bold"/>
                <a:ea typeface="Noto Sans Bold"/>
                <a:cs typeface="Noto Sans Bold"/>
                <a:sym typeface="Noto Sans Bold"/>
              </a:rPr>
              <a:t> </a:t>
            </a:r>
            <a:r>
              <a:rPr lang="en-US" sz="3442" b="1" dirty="0" err="1">
                <a:solidFill>
                  <a:srgbClr val="FFFFFF"/>
                </a:solidFill>
                <a:latin typeface="Noto Sans Bold"/>
                <a:ea typeface="Noto Sans Bold"/>
                <a:cs typeface="Noto Sans Bold"/>
                <a:sym typeface="Noto Sans Bold"/>
              </a:rPr>
              <a:t>quản</a:t>
            </a:r>
            <a:r>
              <a:rPr lang="en-US" sz="3442" b="1" dirty="0">
                <a:solidFill>
                  <a:srgbClr val="FFFFFF"/>
                </a:solidFill>
                <a:latin typeface="Noto Sans Bold"/>
                <a:ea typeface="Noto Sans Bold"/>
                <a:cs typeface="Noto Sans Bold"/>
                <a:sym typeface="Noto Sans Bold"/>
              </a:rPr>
              <a:t> </a:t>
            </a:r>
            <a:r>
              <a:rPr lang="en-US" sz="3442" b="1" dirty="0" err="1">
                <a:solidFill>
                  <a:srgbClr val="FFFFFF"/>
                </a:solidFill>
                <a:latin typeface="Noto Sans Bold"/>
                <a:ea typeface="Noto Sans Bold"/>
                <a:cs typeface="Noto Sans Bold"/>
                <a:sym typeface="Noto Sans Bold"/>
              </a:rPr>
              <a:t>lý</a:t>
            </a:r>
            <a:r>
              <a:rPr lang="en-US" sz="3442" b="1" dirty="0">
                <a:solidFill>
                  <a:srgbClr val="FFFFFF"/>
                </a:solidFill>
                <a:latin typeface="Noto Sans Bold"/>
                <a:ea typeface="Noto Sans Bold"/>
                <a:cs typeface="Noto Sans Bold"/>
                <a:sym typeface="Noto Sans Bold"/>
              </a:rPr>
              <a:t> </a:t>
            </a:r>
            <a:r>
              <a:rPr lang="en-US" sz="3442" b="1" dirty="0" err="1">
                <a:solidFill>
                  <a:srgbClr val="FFFFFF"/>
                </a:solidFill>
                <a:latin typeface="Noto Sans Bold"/>
                <a:ea typeface="Noto Sans Bold"/>
                <a:cs typeface="Noto Sans Bold"/>
                <a:sym typeface="Noto Sans Bold"/>
              </a:rPr>
              <a:t>nhà</a:t>
            </a:r>
            <a:r>
              <a:rPr lang="en-US" sz="3442" b="1" dirty="0">
                <a:solidFill>
                  <a:srgbClr val="FFFFFF"/>
                </a:solidFill>
                <a:latin typeface="Noto Sans Bold"/>
                <a:ea typeface="Noto Sans Bold"/>
                <a:cs typeface="Noto Sans Bold"/>
                <a:sym typeface="Noto Sans Bold"/>
              </a:rPr>
              <a:t> </a:t>
            </a:r>
            <a:r>
              <a:rPr lang="en-US" sz="3442" b="1" dirty="0" err="1">
                <a:solidFill>
                  <a:srgbClr val="FFFFFF"/>
                </a:solidFill>
                <a:latin typeface="Noto Sans Bold"/>
                <a:ea typeface="Noto Sans Bold"/>
                <a:cs typeface="Noto Sans Bold"/>
                <a:sym typeface="Noto Sans Bold"/>
              </a:rPr>
              <a:t>xe</a:t>
            </a:r>
            <a:r>
              <a:rPr lang="en-US" sz="3442" b="1" dirty="0">
                <a:solidFill>
                  <a:srgbClr val="FFFFFF"/>
                </a:solidFill>
                <a:latin typeface="Noto Sans Bold"/>
                <a:ea typeface="Noto Sans Bold"/>
                <a:cs typeface="Noto Sans Bold"/>
                <a:sym typeface="Noto Sans Bold"/>
              </a:rPr>
              <a:t>:</a:t>
            </a:r>
          </a:p>
          <a:p>
            <a:pPr algn="l">
              <a:lnSpc>
                <a:spcPts val="2313"/>
              </a:lnSpc>
            </a:pPr>
            <a:r>
              <a:rPr lang="en-US" sz="1652" b="1" dirty="0">
                <a:solidFill>
                  <a:srgbClr val="FFFFFF"/>
                </a:solidFill>
                <a:latin typeface="Noto Sans Bold"/>
                <a:ea typeface="Noto Sans Bold"/>
                <a:cs typeface="Noto Sans Bold"/>
                <a:sym typeface="Noto Sans Bold"/>
              </a:rPr>
              <a:t>                 </a:t>
            </a:r>
          </a:p>
        </p:txBody>
      </p:sp>
      <p:sp>
        <p:nvSpPr>
          <p:cNvPr id="21" name="TextBox 21"/>
          <p:cNvSpPr txBox="1"/>
          <p:nvPr/>
        </p:nvSpPr>
        <p:spPr>
          <a:xfrm>
            <a:off x="2053016" y="3238500"/>
            <a:ext cx="7251034" cy="5408853"/>
          </a:xfrm>
          <a:prstGeom prst="rect">
            <a:avLst/>
          </a:prstGeom>
        </p:spPr>
        <p:txBody>
          <a:bodyPr lIns="0" tIns="0" rIns="0" bIns="0" rtlCol="0" anchor="t">
            <a:spAutoFit/>
          </a:bodyPr>
          <a:lstStyle/>
          <a:p>
            <a:pPr algn="l">
              <a:lnSpc>
                <a:spcPct val="150000"/>
              </a:lnSpc>
            </a:pPr>
            <a:r>
              <a:rPr lang="en-US" sz="3399" dirty="0" err="1">
                <a:solidFill>
                  <a:srgbClr val="FFFFFF"/>
                </a:solidFill>
                <a:latin typeface="Noto Sans"/>
                <a:ea typeface="Noto Sans"/>
                <a:cs typeface="Noto Sans"/>
                <a:sym typeface="Noto Sans"/>
              </a:rPr>
              <a:t>Hệ</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thống</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quản</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lý</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nhà</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xe</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thông</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minh</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là</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giải</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pháp</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công</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nghệ</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tự</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động</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hóa</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quy</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trình</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quản</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lý</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và</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tối</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ưu</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hóa</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việc</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đỗ</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xe</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trong</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các</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bãi</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xe</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công</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cộng</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Hệ</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thống</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sẽ</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phân</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loại</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nhân</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viên</a:t>
            </a:r>
            <a:r>
              <a:rPr lang="en-US" sz="3399" dirty="0">
                <a:solidFill>
                  <a:srgbClr val="FFFFFF"/>
                </a:solidFill>
                <a:latin typeface="Noto Sans"/>
                <a:ea typeface="Noto Sans"/>
                <a:cs typeface="Noto Sans"/>
                <a:sym typeface="Noto Sans"/>
              </a:rPr>
              <a:t>, admin </a:t>
            </a:r>
            <a:r>
              <a:rPr lang="en-US" sz="3399" dirty="0" err="1">
                <a:solidFill>
                  <a:srgbClr val="FFFFFF"/>
                </a:solidFill>
                <a:latin typeface="Noto Sans"/>
                <a:ea typeface="Noto Sans"/>
                <a:cs typeface="Noto Sans"/>
                <a:sym typeface="Noto Sans"/>
              </a:rPr>
              <a:t>và</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có</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nhiều</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chức</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năng</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khác</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nhau</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dành</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cho</a:t>
            </a:r>
            <a:r>
              <a:rPr lang="en-US" sz="3399" dirty="0">
                <a:solidFill>
                  <a:srgbClr val="FFFFFF"/>
                </a:solidFill>
                <a:latin typeface="Noto Sans"/>
                <a:ea typeface="Noto Sans"/>
                <a:cs typeface="Noto Sans"/>
                <a:sym typeface="Noto Sans"/>
              </a:rPr>
              <a:t> </a:t>
            </a:r>
            <a:r>
              <a:rPr lang="en-US" sz="3399" dirty="0" err="1">
                <a:solidFill>
                  <a:srgbClr val="FFFFFF"/>
                </a:solidFill>
                <a:latin typeface="Noto Sans"/>
                <a:ea typeface="Noto Sans"/>
                <a:cs typeface="Noto Sans"/>
                <a:sym typeface="Noto Sans"/>
              </a:rPr>
              <a:t>họ</a:t>
            </a:r>
            <a:r>
              <a:rPr lang="en-US" sz="3399" dirty="0">
                <a:solidFill>
                  <a:srgbClr val="FFFFFF"/>
                </a:solidFill>
                <a:latin typeface="Noto Sans"/>
                <a:ea typeface="Noto Sans"/>
                <a:cs typeface="Noto Sans"/>
                <a:sym typeface="Noto Sans"/>
              </a:rPr>
              <a:t>.</a:t>
            </a:r>
          </a:p>
        </p:txBody>
      </p:sp>
      <p:sp>
        <p:nvSpPr>
          <p:cNvPr id="22" name="Freeform 18">
            <a:extLst>
              <a:ext uri="{FF2B5EF4-FFF2-40B4-BE49-F238E27FC236}">
                <a16:creationId xmlns:a16="http://schemas.microsoft.com/office/drawing/2014/main" id="{3C48A26E-7D3B-4984-A31F-10B226A84251}"/>
              </a:ext>
            </a:extLst>
          </p:cNvPr>
          <p:cNvSpPr/>
          <p:nvPr/>
        </p:nvSpPr>
        <p:spPr>
          <a:xfrm>
            <a:off x="9578589" y="4749"/>
            <a:ext cx="8709411" cy="10282251"/>
          </a:xfrm>
          <a:custGeom>
            <a:avLst/>
            <a:gdLst/>
            <a:ahLst/>
            <a:cxnLst/>
            <a:rect l="l" t="t" r="r" b="b"/>
            <a:pathLst>
              <a:path w="8709411" h="10282251">
                <a:moveTo>
                  <a:pt x="0" y="0"/>
                </a:moveTo>
                <a:lnTo>
                  <a:pt x="8709411" y="0"/>
                </a:lnTo>
                <a:lnTo>
                  <a:pt x="8709411" y="10282251"/>
                </a:lnTo>
                <a:lnTo>
                  <a:pt x="0" y="10282251"/>
                </a:lnTo>
                <a:lnTo>
                  <a:pt x="0" y="0"/>
                </a:lnTo>
                <a:close/>
              </a:path>
            </a:pathLst>
          </a:custGeom>
          <a:blipFill>
            <a:blip r:embed="rId7"/>
            <a:stretch>
              <a:fillRect l="-11049" t="-3872" r="-4644" b="-8929"/>
            </a:stretch>
          </a:blipFill>
        </p:spPr>
        <p:txBody>
          <a:bodyPr/>
          <a:lstStyle/>
          <a:p>
            <a:endParaRPr lang="en-ID"/>
          </a:p>
        </p:txBody>
      </p:sp>
      <p:sp>
        <p:nvSpPr>
          <p:cNvPr id="23" name="Freeform 5">
            <a:extLst>
              <a:ext uri="{FF2B5EF4-FFF2-40B4-BE49-F238E27FC236}">
                <a16:creationId xmlns:a16="http://schemas.microsoft.com/office/drawing/2014/main" id="{D63917CE-5AD8-2B80-3EEE-CA1E18780579}"/>
              </a:ext>
            </a:extLst>
          </p:cNvPr>
          <p:cNvSpPr/>
          <p:nvPr/>
        </p:nvSpPr>
        <p:spPr>
          <a:xfrm>
            <a:off x="7537350" y="-674993"/>
            <a:ext cx="383904" cy="2578108"/>
          </a:xfrm>
          <a:custGeom>
            <a:avLst/>
            <a:gdLst/>
            <a:ahLst/>
            <a:cxnLst/>
            <a:rect l="l" t="t" r="r" b="b"/>
            <a:pathLst>
              <a:path w="383904" h="2578108">
                <a:moveTo>
                  <a:pt x="0" y="0"/>
                </a:moveTo>
                <a:lnTo>
                  <a:pt x="383904" y="0"/>
                </a:lnTo>
                <a:lnTo>
                  <a:pt x="383904" y="2578108"/>
                </a:lnTo>
                <a:lnTo>
                  <a:pt x="0" y="257810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D"/>
          </a:p>
        </p:txBody>
      </p:sp>
      <p:sp>
        <p:nvSpPr>
          <p:cNvPr id="24" name="Freeform 5">
            <a:extLst>
              <a:ext uri="{FF2B5EF4-FFF2-40B4-BE49-F238E27FC236}">
                <a16:creationId xmlns:a16="http://schemas.microsoft.com/office/drawing/2014/main" id="{43961728-9A71-A973-020E-19AD2F090DF8}"/>
              </a:ext>
            </a:extLst>
          </p:cNvPr>
          <p:cNvSpPr/>
          <p:nvPr/>
        </p:nvSpPr>
        <p:spPr>
          <a:xfrm>
            <a:off x="1352432" y="6929692"/>
            <a:ext cx="383904" cy="2578108"/>
          </a:xfrm>
          <a:custGeom>
            <a:avLst/>
            <a:gdLst/>
            <a:ahLst/>
            <a:cxnLst/>
            <a:rect l="l" t="t" r="r" b="b"/>
            <a:pathLst>
              <a:path w="383904" h="2578108">
                <a:moveTo>
                  <a:pt x="0" y="0"/>
                </a:moveTo>
                <a:lnTo>
                  <a:pt x="383904" y="0"/>
                </a:lnTo>
                <a:lnTo>
                  <a:pt x="383904" y="2578108"/>
                </a:lnTo>
                <a:lnTo>
                  <a:pt x="0" y="257810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D"/>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845"/>
        </a:solidFill>
        <a:effectLst/>
      </p:bgPr>
    </p:bg>
    <p:spTree>
      <p:nvGrpSpPr>
        <p:cNvPr id="1" name=""/>
        <p:cNvGrpSpPr/>
        <p:nvPr/>
      </p:nvGrpSpPr>
      <p:grpSpPr>
        <a:xfrm>
          <a:off x="0" y="0"/>
          <a:ext cx="0" cy="0"/>
          <a:chOff x="0" y="0"/>
          <a:chExt cx="0" cy="0"/>
        </a:xfrm>
      </p:grpSpPr>
      <p:sp>
        <p:nvSpPr>
          <p:cNvPr id="16" name="TextBox 16"/>
          <p:cNvSpPr txBox="1"/>
          <p:nvPr/>
        </p:nvSpPr>
        <p:spPr>
          <a:xfrm>
            <a:off x="1081676" y="1257300"/>
            <a:ext cx="4391144" cy="1028039"/>
          </a:xfrm>
          <a:prstGeom prst="rect">
            <a:avLst/>
          </a:prstGeom>
        </p:spPr>
        <p:txBody>
          <a:bodyPr lIns="0" tIns="0" rIns="0" bIns="0" rtlCol="0" anchor="t">
            <a:spAutoFit/>
          </a:bodyPr>
          <a:lstStyle/>
          <a:p>
            <a:pPr algn="ctr">
              <a:lnSpc>
                <a:spcPts val="8436"/>
              </a:lnSpc>
            </a:pPr>
            <a:r>
              <a:rPr lang="vi-VN" sz="6026" b="1" dirty="0">
                <a:solidFill>
                  <a:srgbClr val="FFFFFF"/>
                </a:solidFill>
                <a:latin typeface="Noto Sans Bold"/>
                <a:ea typeface="Noto Sans Bold"/>
                <a:cs typeface="Noto Sans Bold"/>
                <a:sym typeface="Noto Sans Bold"/>
              </a:rPr>
              <a:t>II</a:t>
            </a:r>
            <a:r>
              <a:rPr lang="en-US" sz="6026" b="1">
                <a:solidFill>
                  <a:srgbClr val="FFFFFF"/>
                </a:solidFill>
                <a:latin typeface="Noto Sans Bold"/>
                <a:ea typeface="Noto Sans Bold"/>
                <a:cs typeface="Noto Sans Bold"/>
                <a:sym typeface="Noto Sans Bold"/>
              </a:rPr>
              <a:t>. </a:t>
            </a:r>
            <a:r>
              <a:rPr lang="en-US" sz="6026" b="1" dirty="0" err="1">
                <a:solidFill>
                  <a:srgbClr val="FFFFFF"/>
                </a:solidFill>
                <a:latin typeface="Noto Sans Bold"/>
                <a:ea typeface="Noto Sans Bold"/>
                <a:cs typeface="Noto Sans Bold"/>
                <a:sym typeface="Noto Sans Bold"/>
              </a:rPr>
              <a:t>Mục</a:t>
            </a:r>
            <a:r>
              <a:rPr lang="en-US" sz="6026" b="1" dirty="0">
                <a:solidFill>
                  <a:srgbClr val="FFFFFF"/>
                </a:solidFill>
                <a:latin typeface="Noto Sans Bold"/>
                <a:ea typeface="Noto Sans Bold"/>
                <a:cs typeface="Noto Sans Bold"/>
                <a:sym typeface="Noto Sans Bold"/>
              </a:rPr>
              <a:t> </a:t>
            </a:r>
            <a:r>
              <a:rPr lang="en-US" sz="6026" b="1" dirty="0" err="1">
                <a:solidFill>
                  <a:srgbClr val="FFFFFF"/>
                </a:solidFill>
                <a:latin typeface="Noto Sans Bold"/>
                <a:ea typeface="Noto Sans Bold"/>
                <a:cs typeface="Noto Sans Bold"/>
                <a:sym typeface="Noto Sans Bold"/>
              </a:rPr>
              <a:t>tiêu</a:t>
            </a:r>
            <a:r>
              <a:rPr lang="en-US" sz="6026" b="1" dirty="0">
                <a:solidFill>
                  <a:srgbClr val="FFFFFF"/>
                </a:solidFill>
                <a:latin typeface="Noto Sans Bold"/>
                <a:ea typeface="Noto Sans Bold"/>
                <a:cs typeface="Noto Sans Bold"/>
                <a:sym typeface="Noto Sans Bold"/>
              </a:rPr>
              <a:t> </a:t>
            </a:r>
          </a:p>
        </p:txBody>
      </p:sp>
      <p:sp>
        <p:nvSpPr>
          <p:cNvPr id="17" name="TextBox 17"/>
          <p:cNvSpPr txBox="1"/>
          <p:nvPr/>
        </p:nvSpPr>
        <p:spPr>
          <a:xfrm>
            <a:off x="9139238" y="4819967"/>
            <a:ext cx="9525" cy="580390"/>
          </a:xfrm>
          <a:prstGeom prst="rect">
            <a:avLst/>
          </a:prstGeom>
        </p:spPr>
        <p:txBody>
          <a:bodyPr lIns="0" tIns="0" rIns="0" bIns="0" rtlCol="0" anchor="t">
            <a:spAutoFit/>
          </a:bodyPr>
          <a:lstStyle/>
          <a:p>
            <a:pPr algn="ctr">
              <a:lnSpc>
                <a:spcPts val="4759"/>
              </a:lnSpc>
            </a:pPr>
            <a:endParaRPr/>
          </a:p>
        </p:txBody>
      </p:sp>
      <p:sp>
        <p:nvSpPr>
          <p:cNvPr id="18" name="TextBox 18"/>
          <p:cNvSpPr txBox="1"/>
          <p:nvPr/>
        </p:nvSpPr>
        <p:spPr>
          <a:xfrm>
            <a:off x="1265397" y="3315226"/>
            <a:ext cx="6437984" cy="5133008"/>
          </a:xfrm>
          <a:prstGeom prst="rect">
            <a:avLst/>
          </a:prstGeom>
        </p:spPr>
        <p:txBody>
          <a:bodyPr wrap="square" lIns="0" tIns="0" rIns="0" bIns="0" rtlCol="0" anchor="t">
            <a:spAutoFit/>
          </a:bodyPr>
          <a:lstStyle/>
          <a:p>
            <a:pPr marL="734059" lvl="1" indent="-367030" algn="just">
              <a:lnSpc>
                <a:spcPct val="150000"/>
              </a:lnSpc>
              <a:buFont typeface="Arial"/>
              <a:buChar char="•"/>
            </a:pPr>
            <a:r>
              <a:rPr lang="en-US" sz="3200" dirty="0" err="1">
                <a:solidFill>
                  <a:srgbClr val="FFFFFF"/>
                </a:solidFill>
                <a:latin typeface="Noto Sans"/>
                <a:ea typeface="Noto Sans"/>
                <a:cs typeface="Noto Sans"/>
                <a:sym typeface="Noto Sans"/>
              </a:rPr>
              <a:t>Tối</a:t>
            </a:r>
            <a:r>
              <a:rPr lang="en-US" sz="3200" dirty="0">
                <a:solidFill>
                  <a:srgbClr val="FFFFFF"/>
                </a:solidFill>
                <a:latin typeface="Noto Sans"/>
                <a:ea typeface="Noto Sans"/>
                <a:cs typeface="Noto Sans"/>
                <a:sym typeface="Noto Sans"/>
              </a:rPr>
              <a:t> </a:t>
            </a:r>
            <a:r>
              <a:rPr lang="en-US" sz="3200" dirty="0" err="1">
                <a:solidFill>
                  <a:srgbClr val="FFFFFF"/>
                </a:solidFill>
                <a:latin typeface="Noto Sans"/>
                <a:ea typeface="Noto Sans"/>
                <a:cs typeface="Noto Sans"/>
                <a:sym typeface="Noto Sans"/>
              </a:rPr>
              <a:t>ưu</a:t>
            </a:r>
            <a:r>
              <a:rPr lang="en-US" sz="3200" dirty="0">
                <a:solidFill>
                  <a:srgbClr val="FFFFFF"/>
                </a:solidFill>
                <a:latin typeface="Noto Sans"/>
                <a:ea typeface="Noto Sans"/>
                <a:cs typeface="Noto Sans"/>
                <a:sym typeface="Noto Sans"/>
              </a:rPr>
              <a:t> </a:t>
            </a:r>
            <a:r>
              <a:rPr lang="en-US" sz="3200" dirty="0" err="1">
                <a:solidFill>
                  <a:srgbClr val="FFFFFF"/>
                </a:solidFill>
                <a:latin typeface="Noto Sans"/>
                <a:ea typeface="Noto Sans"/>
                <a:cs typeface="Noto Sans"/>
                <a:sym typeface="Noto Sans"/>
              </a:rPr>
              <a:t>hoá</a:t>
            </a:r>
            <a:r>
              <a:rPr lang="en-US" sz="3200" dirty="0">
                <a:solidFill>
                  <a:srgbClr val="FFFFFF"/>
                </a:solidFill>
                <a:latin typeface="Noto Sans"/>
                <a:ea typeface="Noto Sans"/>
                <a:cs typeface="Noto Sans"/>
                <a:sym typeface="Noto Sans"/>
              </a:rPr>
              <a:t> </a:t>
            </a:r>
            <a:r>
              <a:rPr lang="en-US" sz="3200" dirty="0" err="1">
                <a:solidFill>
                  <a:srgbClr val="FFFFFF"/>
                </a:solidFill>
                <a:latin typeface="Noto Sans"/>
                <a:ea typeface="Noto Sans"/>
                <a:cs typeface="Noto Sans"/>
                <a:sym typeface="Noto Sans"/>
              </a:rPr>
              <a:t>không</a:t>
            </a:r>
            <a:r>
              <a:rPr lang="en-US" sz="3200" dirty="0">
                <a:solidFill>
                  <a:srgbClr val="FFFFFF"/>
                </a:solidFill>
                <a:latin typeface="Noto Sans"/>
                <a:ea typeface="Noto Sans"/>
                <a:cs typeface="Noto Sans"/>
                <a:sym typeface="Noto Sans"/>
              </a:rPr>
              <a:t> </a:t>
            </a:r>
            <a:r>
              <a:rPr lang="en-US" sz="3200" dirty="0" err="1">
                <a:solidFill>
                  <a:srgbClr val="FFFFFF"/>
                </a:solidFill>
                <a:latin typeface="Noto Sans"/>
                <a:ea typeface="Noto Sans"/>
                <a:cs typeface="Noto Sans"/>
                <a:sym typeface="Noto Sans"/>
              </a:rPr>
              <a:t>gian</a:t>
            </a:r>
            <a:endParaRPr lang="en-US" sz="3200" dirty="0">
              <a:solidFill>
                <a:srgbClr val="FFFFFF"/>
              </a:solidFill>
              <a:latin typeface="Noto Sans"/>
              <a:ea typeface="Noto Sans"/>
              <a:cs typeface="Noto Sans"/>
              <a:sym typeface="Noto Sans"/>
            </a:endParaRPr>
          </a:p>
          <a:p>
            <a:pPr marL="734059" lvl="1" indent="-367030" algn="just">
              <a:lnSpc>
                <a:spcPct val="150000"/>
              </a:lnSpc>
              <a:buFont typeface="Arial"/>
              <a:buChar char="•"/>
            </a:pPr>
            <a:r>
              <a:rPr lang="en-US" sz="3200" dirty="0" err="1">
                <a:solidFill>
                  <a:srgbClr val="FFFFFF"/>
                </a:solidFill>
                <a:latin typeface="Noto Sans"/>
                <a:ea typeface="Noto Sans"/>
                <a:cs typeface="Noto Sans"/>
                <a:sym typeface="Noto Sans"/>
              </a:rPr>
              <a:t>Tăng</a:t>
            </a:r>
            <a:r>
              <a:rPr lang="en-US" sz="3200" dirty="0">
                <a:solidFill>
                  <a:srgbClr val="FFFFFF"/>
                </a:solidFill>
                <a:latin typeface="Noto Sans"/>
                <a:ea typeface="Noto Sans"/>
                <a:cs typeface="Noto Sans"/>
                <a:sym typeface="Noto Sans"/>
              </a:rPr>
              <a:t> </a:t>
            </a:r>
            <a:r>
              <a:rPr lang="en-US" sz="3200" dirty="0" err="1">
                <a:solidFill>
                  <a:srgbClr val="FFFFFF"/>
                </a:solidFill>
                <a:latin typeface="Noto Sans"/>
                <a:ea typeface="Noto Sans"/>
                <a:cs typeface="Noto Sans"/>
                <a:sym typeface="Noto Sans"/>
              </a:rPr>
              <a:t>doanh</a:t>
            </a:r>
            <a:r>
              <a:rPr lang="en-US" sz="3200" dirty="0">
                <a:solidFill>
                  <a:srgbClr val="FFFFFF"/>
                </a:solidFill>
                <a:latin typeface="Noto Sans"/>
                <a:ea typeface="Noto Sans"/>
                <a:cs typeface="Noto Sans"/>
                <a:sym typeface="Noto Sans"/>
              </a:rPr>
              <a:t> </a:t>
            </a:r>
            <a:r>
              <a:rPr lang="en-US" sz="3200" dirty="0" err="1">
                <a:solidFill>
                  <a:srgbClr val="FFFFFF"/>
                </a:solidFill>
                <a:latin typeface="Noto Sans"/>
                <a:ea typeface="Noto Sans"/>
                <a:cs typeface="Noto Sans"/>
                <a:sym typeface="Noto Sans"/>
              </a:rPr>
              <a:t>thu</a:t>
            </a:r>
            <a:endParaRPr lang="en-US" sz="3200" dirty="0">
              <a:solidFill>
                <a:srgbClr val="FFFFFF"/>
              </a:solidFill>
              <a:latin typeface="Noto Sans"/>
              <a:ea typeface="Noto Sans"/>
              <a:cs typeface="Noto Sans"/>
              <a:sym typeface="Noto Sans"/>
            </a:endParaRPr>
          </a:p>
          <a:p>
            <a:pPr marL="734059" lvl="1" indent="-367030" algn="just">
              <a:lnSpc>
                <a:spcPct val="150000"/>
              </a:lnSpc>
              <a:buFont typeface="Arial"/>
              <a:buChar char="•"/>
            </a:pPr>
            <a:r>
              <a:rPr lang="en-US" sz="3200" dirty="0" err="1">
                <a:solidFill>
                  <a:srgbClr val="FFFFFF"/>
                </a:solidFill>
                <a:latin typeface="Noto Sans"/>
                <a:ea typeface="Noto Sans"/>
                <a:cs typeface="Noto Sans"/>
                <a:sym typeface="Noto Sans"/>
              </a:rPr>
              <a:t>Giảm</a:t>
            </a:r>
            <a:r>
              <a:rPr lang="en-US" sz="3200" dirty="0">
                <a:solidFill>
                  <a:srgbClr val="FFFFFF"/>
                </a:solidFill>
                <a:latin typeface="Noto Sans"/>
                <a:ea typeface="Noto Sans"/>
                <a:cs typeface="Noto Sans"/>
                <a:sym typeface="Noto Sans"/>
              </a:rPr>
              <a:t> </a:t>
            </a:r>
            <a:r>
              <a:rPr lang="en-US" sz="3200" dirty="0" err="1">
                <a:solidFill>
                  <a:srgbClr val="FFFFFF"/>
                </a:solidFill>
                <a:latin typeface="Noto Sans"/>
                <a:ea typeface="Noto Sans"/>
                <a:cs typeface="Noto Sans"/>
                <a:sym typeface="Noto Sans"/>
              </a:rPr>
              <a:t>thất</a:t>
            </a:r>
            <a:r>
              <a:rPr lang="en-US" sz="3200" dirty="0">
                <a:solidFill>
                  <a:srgbClr val="FFFFFF"/>
                </a:solidFill>
                <a:latin typeface="Noto Sans"/>
                <a:ea typeface="Noto Sans"/>
                <a:cs typeface="Noto Sans"/>
                <a:sym typeface="Noto Sans"/>
              </a:rPr>
              <a:t> </a:t>
            </a:r>
            <a:r>
              <a:rPr lang="en-US" sz="3200" dirty="0" err="1">
                <a:solidFill>
                  <a:srgbClr val="FFFFFF"/>
                </a:solidFill>
                <a:latin typeface="Noto Sans"/>
                <a:ea typeface="Noto Sans"/>
                <a:cs typeface="Noto Sans"/>
                <a:sym typeface="Noto Sans"/>
              </a:rPr>
              <a:t>thoát</a:t>
            </a:r>
            <a:r>
              <a:rPr lang="en-US" sz="3200" dirty="0">
                <a:solidFill>
                  <a:srgbClr val="FFFFFF"/>
                </a:solidFill>
                <a:latin typeface="Noto Sans"/>
                <a:ea typeface="Noto Sans"/>
                <a:cs typeface="Noto Sans"/>
                <a:sym typeface="Noto Sans"/>
              </a:rPr>
              <a:t> </a:t>
            </a:r>
            <a:r>
              <a:rPr lang="en-US" sz="3200" dirty="0" err="1">
                <a:solidFill>
                  <a:srgbClr val="FFFFFF"/>
                </a:solidFill>
                <a:latin typeface="Noto Sans"/>
                <a:ea typeface="Noto Sans"/>
                <a:cs typeface="Noto Sans"/>
                <a:sym typeface="Noto Sans"/>
              </a:rPr>
              <a:t>phương</a:t>
            </a:r>
            <a:r>
              <a:rPr lang="en-US" sz="3200" dirty="0">
                <a:solidFill>
                  <a:srgbClr val="FFFFFF"/>
                </a:solidFill>
                <a:latin typeface="Noto Sans"/>
                <a:ea typeface="Noto Sans"/>
                <a:cs typeface="Noto Sans"/>
                <a:sym typeface="Noto Sans"/>
              </a:rPr>
              <a:t> </a:t>
            </a:r>
            <a:r>
              <a:rPr lang="en-US" sz="3200" dirty="0" err="1">
                <a:solidFill>
                  <a:srgbClr val="FFFFFF"/>
                </a:solidFill>
                <a:latin typeface="Noto Sans"/>
                <a:ea typeface="Noto Sans"/>
                <a:cs typeface="Noto Sans"/>
                <a:sym typeface="Noto Sans"/>
              </a:rPr>
              <a:t>tiện</a:t>
            </a:r>
            <a:endParaRPr lang="en-US" sz="3200" dirty="0">
              <a:solidFill>
                <a:srgbClr val="FFFFFF"/>
              </a:solidFill>
              <a:latin typeface="Noto Sans"/>
              <a:ea typeface="Noto Sans"/>
              <a:cs typeface="Noto Sans"/>
              <a:sym typeface="Noto Sans"/>
            </a:endParaRPr>
          </a:p>
          <a:p>
            <a:pPr marL="734059" lvl="1" indent="-367030" algn="just">
              <a:lnSpc>
                <a:spcPct val="150000"/>
              </a:lnSpc>
              <a:buFont typeface="Arial"/>
              <a:buChar char="•"/>
            </a:pPr>
            <a:r>
              <a:rPr lang="en-US" sz="3200" dirty="0">
                <a:solidFill>
                  <a:srgbClr val="FFFFFF"/>
                </a:solidFill>
                <a:latin typeface="Noto Sans"/>
                <a:ea typeface="Noto Sans"/>
                <a:cs typeface="Noto Sans"/>
                <a:sym typeface="Noto Sans"/>
              </a:rPr>
              <a:t>Quản </a:t>
            </a:r>
            <a:r>
              <a:rPr lang="en-US" sz="3200" dirty="0" err="1">
                <a:solidFill>
                  <a:srgbClr val="FFFFFF"/>
                </a:solidFill>
                <a:latin typeface="Noto Sans"/>
                <a:ea typeface="Noto Sans"/>
                <a:cs typeface="Noto Sans"/>
                <a:sym typeface="Noto Sans"/>
              </a:rPr>
              <a:t>lý</a:t>
            </a:r>
            <a:r>
              <a:rPr lang="en-US" sz="3200" dirty="0">
                <a:solidFill>
                  <a:srgbClr val="FFFFFF"/>
                </a:solidFill>
                <a:latin typeface="Noto Sans"/>
                <a:ea typeface="Noto Sans"/>
                <a:cs typeface="Noto Sans"/>
                <a:sym typeface="Noto Sans"/>
              </a:rPr>
              <a:t> </a:t>
            </a:r>
            <a:r>
              <a:rPr lang="en-US" sz="3200" dirty="0" err="1">
                <a:solidFill>
                  <a:srgbClr val="FFFFFF"/>
                </a:solidFill>
                <a:latin typeface="Noto Sans"/>
                <a:ea typeface="Noto Sans"/>
                <a:cs typeface="Noto Sans"/>
                <a:sym typeface="Noto Sans"/>
              </a:rPr>
              <a:t>dễ</a:t>
            </a:r>
            <a:r>
              <a:rPr lang="en-US" sz="3200" dirty="0">
                <a:solidFill>
                  <a:srgbClr val="FFFFFF"/>
                </a:solidFill>
                <a:latin typeface="Noto Sans"/>
                <a:ea typeface="Noto Sans"/>
                <a:cs typeface="Noto Sans"/>
                <a:sym typeface="Noto Sans"/>
              </a:rPr>
              <a:t> </a:t>
            </a:r>
            <a:r>
              <a:rPr lang="en-US" sz="3200" dirty="0" err="1">
                <a:solidFill>
                  <a:srgbClr val="FFFFFF"/>
                </a:solidFill>
                <a:latin typeface="Noto Sans"/>
                <a:ea typeface="Noto Sans"/>
                <a:cs typeface="Noto Sans"/>
                <a:sym typeface="Noto Sans"/>
              </a:rPr>
              <a:t>dàng</a:t>
            </a:r>
            <a:r>
              <a:rPr lang="en-US" sz="3200" dirty="0">
                <a:solidFill>
                  <a:srgbClr val="FFFFFF"/>
                </a:solidFill>
                <a:latin typeface="Noto Sans"/>
                <a:ea typeface="Noto Sans"/>
                <a:cs typeface="Noto Sans"/>
                <a:sym typeface="Noto Sans"/>
              </a:rPr>
              <a:t> </a:t>
            </a:r>
            <a:r>
              <a:rPr lang="en-US" sz="3200" dirty="0" err="1">
                <a:solidFill>
                  <a:srgbClr val="FFFFFF"/>
                </a:solidFill>
                <a:latin typeface="Noto Sans"/>
                <a:ea typeface="Noto Sans"/>
                <a:cs typeface="Noto Sans"/>
                <a:sym typeface="Noto Sans"/>
              </a:rPr>
              <a:t>và</a:t>
            </a:r>
            <a:r>
              <a:rPr lang="en-US" sz="3200" dirty="0">
                <a:solidFill>
                  <a:srgbClr val="FFFFFF"/>
                </a:solidFill>
                <a:latin typeface="Noto Sans"/>
                <a:ea typeface="Noto Sans"/>
                <a:cs typeface="Noto Sans"/>
                <a:sym typeface="Noto Sans"/>
              </a:rPr>
              <a:t> </a:t>
            </a:r>
            <a:r>
              <a:rPr lang="en-US" sz="3200" dirty="0" err="1">
                <a:solidFill>
                  <a:srgbClr val="FFFFFF"/>
                </a:solidFill>
                <a:latin typeface="Noto Sans"/>
                <a:ea typeface="Noto Sans"/>
                <a:cs typeface="Noto Sans"/>
                <a:sym typeface="Noto Sans"/>
              </a:rPr>
              <a:t>hiệu</a:t>
            </a:r>
            <a:r>
              <a:rPr lang="en-US" sz="3200" dirty="0">
                <a:solidFill>
                  <a:srgbClr val="FFFFFF"/>
                </a:solidFill>
                <a:latin typeface="Noto Sans"/>
                <a:ea typeface="Noto Sans"/>
                <a:cs typeface="Noto Sans"/>
                <a:sym typeface="Noto Sans"/>
              </a:rPr>
              <a:t> </a:t>
            </a:r>
            <a:r>
              <a:rPr lang="en-US" sz="3200" dirty="0" err="1">
                <a:solidFill>
                  <a:srgbClr val="FFFFFF"/>
                </a:solidFill>
                <a:latin typeface="Noto Sans"/>
                <a:ea typeface="Noto Sans"/>
                <a:cs typeface="Noto Sans"/>
                <a:sym typeface="Noto Sans"/>
              </a:rPr>
              <a:t>quả</a:t>
            </a:r>
            <a:endParaRPr lang="en-US" sz="3200" dirty="0">
              <a:solidFill>
                <a:srgbClr val="FFFFFF"/>
              </a:solidFill>
              <a:latin typeface="Noto Sans"/>
              <a:ea typeface="Noto Sans"/>
              <a:cs typeface="Noto Sans"/>
              <a:sym typeface="Noto Sans"/>
            </a:endParaRPr>
          </a:p>
          <a:p>
            <a:pPr marL="734059" lvl="1" indent="-367030" algn="just">
              <a:lnSpc>
                <a:spcPct val="150000"/>
              </a:lnSpc>
              <a:buFont typeface="Arial"/>
              <a:buChar char="•"/>
            </a:pPr>
            <a:r>
              <a:rPr lang="en-US" sz="3200" dirty="0" err="1">
                <a:solidFill>
                  <a:srgbClr val="FFFFFF"/>
                </a:solidFill>
                <a:latin typeface="Noto Sans"/>
                <a:ea typeface="Noto Sans"/>
                <a:cs typeface="Noto Sans"/>
                <a:sym typeface="Noto Sans"/>
              </a:rPr>
              <a:t>Tiết</a:t>
            </a:r>
            <a:r>
              <a:rPr lang="en-US" sz="3200" dirty="0">
                <a:solidFill>
                  <a:srgbClr val="FFFFFF"/>
                </a:solidFill>
                <a:latin typeface="Noto Sans"/>
                <a:ea typeface="Noto Sans"/>
                <a:cs typeface="Noto Sans"/>
                <a:sym typeface="Noto Sans"/>
              </a:rPr>
              <a:t> </a:t>
            </a:r>
            <a:r>
              <a:rPr lang="en-US" sz="3200" dirty="0" err="1">
                <a:solidFill>
                  <a:srgbClr val="FFFFFF"/>
                </a:solidFill>
                <a:latin typeface="Noto Sans"/>
                <a:ea typeface="Noto Sans"/>
                <a:cs typeface="Noto Sans"/>
                <a:sym typeface="Noto Sans"/>
              </a:rPr>
              <a:t>kiệm</a:t>
            </a:r>
            <a:r>
              <a:rPr lang="en-US" sz="3200" dirty="0">
                <a:solidFill>
                  <a:srgbClr val="FFFFFF"/>
                </a:solidFill>
                <a:latin typeface="Noto Sans"/>
                <a:ea typeface="Noto Sans"/>
                <a:cs typeface="Noto Sans"/>
                <a:sym typeface="Noto Sans"/>
              </a:rPr>
              <a:t> </a:t>
            </a:r>
            <a:r>
              <a:rPr lang="en-US" sz="3200" dirty="0" err="1">
                <a:solidFill>
                  <a:srgbClr val="FFFFFF"/>
                </a:solidFill>
                <a:latin typeface="Noto Sans"/>
                <a:ea typeface="Noto Sans"/>
                <a:cs typeface="Noto Sans"/>
                <a:sym typeface="Noto Sans"/>
              </a:rPr>
              <a:t>thời</a:t>
            </a:r>
            <a:r>
              <a:rPr lang="en-US" sz="3200" dirty="0">
                <a:solidFill>
                  <a:srgbClr val="FFFFFF"/>
                </a:solidFill>
                <a:latin typeface="Noto Sans"/>
                <a:ea typeface="Noto Sans"/>
                <a:cs typeface="Noto Sans"/>
                <a:sym typeface="Noto Sans"/>
              </a:rPr>
              <a:t> </a:t>
            </a:r>
            <a:r>
              <a:rPr lang="en-US" sz="3200" dirty="0" err="1">
                <a:solidFill>
                  <a:srgbClr val="FFFFFF"/>
                </a:solidFill>
                <a:latin typeface="Noto Sans"/>
                <a:ea typeface="Noto Sans"/>
                <a:cs typeface="Noto Sans"/>
                <a:sym typeface="Noto Sans"/>
              </a:rPr>
              <a:t>gian</a:t>
            </a:r>
            <a:r>
              <a:rPr lang="en-US" sz="3200" dirty="0">
                <a:solidFill>
                  <a:srgbClr val="FFFFFF"/>
                </a:solidFill>
                <a:latin typeface="Noto Sans"/>
                <a:ea typeface="Noto Sans"/>
                <a:cs typeface="Noto Sans"/>
                <a:sym typeface="Noto Sans"/>
              </a:rPr>
              <a:t> </a:t>
            </a:r>
            <a:r>
              <a:rPr lang="en-US" sz="3200" dirty="0" err="1">
                <a:solidFill>
                  <a:srgbClr val="FFFFFF"/>
                </a:solidFill>
                <a:latin typeface="Noto Sans"/>
                <a:ea typeface="Noto Sans"/>
                <a:cs typeface="Noto Sans"/>
                <a:sym typeface="Noto Sans"/>
              </a:rPr>
              <a:t>cho</a:t>
            </a:r>
            <a:r>
              <a:rPr lang="en-US" sz="3200" dirty="0">
                <a:solidFill>
                  <a:srgbClr val="FFFFFF"/>
                </a:solidFill>
                <a:latin typeface="Noto Sans"/>
                <a:ea typeface="Noto Sans"/>
                <a:cs typeface="Noto Sans"/>
                <a:sym typeface="Noto Sans"/>
              </a:rPr>
              <a:t> </a:t>
            </a:r>
            <a:r>
              <a:rPr lang="en-US" sz="3200" dirty="0" err="1">
                <a:solidFill>
                  <a:srgbClr val="FFFFFF"/>
                </a:solidFill>
                <a:latin typeface="Noto Sans"/>
                <a:ea typeface="Noto Sans"/>
                <a:cs typeface="Noto Sans"/>
                <a:sym typeface="Noto Sans"/>
              </a:rPr>
              <a:t>người</a:t>
            </a:r>
            <a:r>
              <a:rPr lang="en-US" sz="3200" dirty="0">
                <a:solidFill>
                  <a:srgbClr val="FFFFFF"/>
                </a:solidFill>
                <a:latin typeface="Noto Sans"/>
                <a:ea typeface="Noto Sans"/>
                <a:cs typeface="Noto Sans"/>
                <a:sym typeface="Noto Sans"/>
              </a:rPr>
              <a:t> </a:t>
            </a:r>
            <a:r>
              <a:rPr lang="en-US" sz="3200" dirty="0" err="1">
                <a:solidFill>
                  <a:srgbClr val="FFFFFF"/>
                </a:solidFill>
                <a:latin typeface="Noto Sans"/>
                <a:ea typeface="Noto Sans"/>
                <a:cs typeface="Noto Sans"/>
                <a:sym typeface="Noto Sans"/>
              </a:rPr>
              <a:t>dùng</a:t>
            </a:r>
            <a:endParaRPr lang="en-US" sz="3200" dirty="0">
              <a:solidFill>
                <a:srgbClr val="FFFFFF"/>
              </a:solidFill>
              <a:latin typeface="Noto Sans"/>
              <a:ea typeface="Noto Sans"/>
              <a:cs typeface="Noto Sans"/>
              <a:sym typeface="Noto Sans"/>
            </a:endParaRPr>
          </a:p>
          <a:p>
            <a:pPr algn="just">
              <a:lnSpc>
                <a:spcPct val="150000"/>
              </a:lnSpc>
            </a:pPr>
            <a:endParaRPr lang="en-US" sz="3399" dirty="0">
              <a:solidFill>
                <a:srgbClr val="FFFFFF"/>
              </a:solidFill>
              <a:latin typeface="Noto Sans"/>
              <a:ea typeface="Noto Sans"/>
              <a:cs typeface="Noto Sans"/>
              <a:sym typeface="Noto Sans"/>
            </a:endParaRPr>
          </a:p>
        </p:txBody>
      </p:sp>
      <p:pic>
        <p:nvPicPr>
          <p:cNvPr id="27" name="Picture 12" descr="tạo ảnh bãi giữ xe dựa trên các tiêu chí nàyTối ưu hoá không gianTăng doanh thuGiảm thất thoát phương tiệnQuản lý dễ dàng và hiệu quảTiết kiệm thời gian cho người dùng">
            <a:extLst>
              <a:ext uri="{FF2B5EF4-FFF2-40B4-BE49-F238E27FC236}">
                <a16:creationId xmlns:a16="http://schemas.microsoft.com/office/drawing/2014/main" id="{DF538991-526D-B7D5-6BDA-E8213B8060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326" r="-1" b="-1"/>
          <a:stretch>
            <a:fillRect/>
          </a:stretch>
        </p:blipFill>
        <p:spPr bwMode="auto">
          <a:xfrm>
            <a:off x="8229600" y="1"/>
            <a:ext cx="10058400" cy="10286999"/>
          </a:xfrm>
          <a:custGeom>
            <a:avLst/>
            <a:gdLst/>
            <a:ahLst/>
            <a:cxnLst/>
            <a:rect l="l" t="t" r="r" b="b"/>
            <a:pathLst>
              <a:path w="7243812" h="6857999">
                <a:moveTo>
                  <a:pt x="609803" y="0"/>
                </a:moveTo>
                <a:lnTo>
                  <a:pt x="1222601" y="0"/>
                </a:lnTo>
                <a:lnTo>
                  <a:pt x="1223032" y="1645"/>
                </a:lnTo>
                <a:lnTo>
                  <a:pt x="1343371" y="1645"/>
                </a:lnTo>
                <a:lnTo>
                  <a:pt x="1343665" y="0"/>
                </a:lnTo>
                <a:lnTo>
                  <a:pt x="1884172" y="0"/>
                </a:lnTo>
                <a:lnTo>
                  <a:pt x="1884280" y="1645"/>
                </a:lnTo>
                <a:lnTo>
                  <a:pt x="7243812" y="1645"/>
                </a:lnTo>
                <a:lnTo>
                  <a:pt x="7243812" y="6857999"/>
                </a:lnTo>
                <a:lnTo>
                  <a:pt x="133676" y="6857999"/>
                </a:lnTo>
                <a:lnTo>
                  <a:pt x="114609" y="6843646"/>
                </a:lnTo>
                <a:cubicBezTo>
                  <a:pt x="106811" y="6836369"/>
                  <a:pt x="103243" y="6828354"/>
                  <a:pt x="111459" y="6817746"/>
                </a:cubicBezTo>
                <a:cubicBezTo>
                  <a:pt x="93943" y="6769544"/>
                  <a:pt x="97901" y="6796071"/>
                  <a:pt x="113412" y="6759582"/>
                </a:cubicBezTo>
                <a:cubicBezTo>
                  <a:pt x="110188" y="6732087"/>
                  <a:pt x="99653" y="6727133"/>
                  <a:pt x="100729" y="6705297"/>
                </a:cubicBezTo>
                <a:cubicBezTo>
                  <a:pt x="94563" y="6675394"/>
                  <a:pt x="99792" y="6669536"/>
                  <a:pt x="87662" y="6640957"/>
                </a:cubicBezTo>
                <a:cubicBezTo>
                  <a:pt x="74199" y="6591883"/>
                  <a:pt x="82185" y="6576319"/>
                  <a:pt x="83084" y="6541313"/>
                </a:cubicBezTo>
                <a:cubicBezTo>
                  <a:pt x="82225" y="6490855"/>
                  <a:pt x="67640" y="6422980"/>
                  <a:pt x="59444" y="6370251"/>
                </a:cubicBezTo>
                <a:cubicBezTo>
                  <a:pt x="51248" y="6317522"/>
                  <a:pt x="30729" y="6270972"/>
                  <a:pt x="33908" y="6224938"/>
                </a:cubicBezTo>
                <a:lnTo>
                  <a:pt x="30063" y="6089693"/>
                </a:lnTo>
                <a:cubicBezTo>
                  <a:pt x="25730" y="6032039"/>
                  <a:pt x="3474" y="5997051"/>
                  <a:pt x="29101" y="5973994"/>
                </a:cubicBezTo>
                <a:cubicBezTo>
                  <a:pt x="17018" y="5940131"/>
                  <a:pt x="41135" y="5955713"/>
                  <a:pt x="33855" y="5939847"/>
                </a:cubicBezTo>
                <a:lnTo>
                  <a:pt x="12982" y="5906467"/>
                </a:lnTo>
                <a:lnTo>
                  <a:pt x="8416" y="5862699"/>
                </a:lnTo>
                <a:cubicBezTo>
                  <a:pt x="7895" y="5838948"/>
                  <a:pt x="8409" y="5853058"/>
                  <a:pt x="12052" y="5823324"/>
                </a:cubicBezTo>
                <a:cubicBezTo>
                  <a:pt x="11631" y="5805291"/>
                  <a:pt x="11213" y="5787258"/>
                  <a:pt x="10793" y="5769225"/>
                </a:cubicBezTo>
                <a:cubicBezTo>
                  <a:pt x="17866" y="5738356"/>
                  <a:pt x="19121" y="5696311"/>
                  <a:pt x="25986" y="5667896"/>
                </a:cubicBezTo>
                <a:cubicBezTo>
                  <a:pt x="16329" y="5647975"/>
                  <a:pt x="42195" y="5619318"/>
                  <a:pt x="43687" y="5594585"/>
                </a:cubicBezTo>
                <a:cubicBezTo>
                  <a:pt x="32512" y="5517959"/>
                  <a:pt x="44052" y="5536542"/>
                  <a:pt x="40019" y="5464225"/>
                </a:cubicBezTo>
                <a:cubicBezTo>
                  <a:pt x="32676" y="5400671"/>
                  <a:pt x="26469" y="5311951"/>
                  <a:pt x="22904" y="5269726"/>
                </a:cubicBezTo>
                <a:cubicBezTo>
                  <a:pt x="19341" y="5227501"/>
                  <a:pt x="14742" y="5212581"/>
                  <a:pt x="18628" y="5210876"/>
                </a:cubicBezTo>
                <a:cubicBezTo>
                  <a:pt x="-20300" y="5161742"/>
                  <a:pt x="15511" y="5141336"/>
                  <a:pt x="5392" y="5111369"/>
                </a:cubicBezTo>
                <a:cubicBezTo>
                  <a:pt x="10662" y="5053859"/>
                  <a:pt x="15546" y="5034036"/>
                  <a:pt x="13324" y="5009272"/>
                </a:cubicBezTo>
                <a:cubicBezTo>
                  <a:pt x="25126" y="4982633"/>
                  <a:pt x="74251" y="4956261"/>
                  <a:pt x="48699" y="4925805"/>
                </a:cubicBezTo>
                <a:cubicBezTo>
                  <a:pt x="76704" y="4931200"/>
                  <a:pt x="39437" y="4888353"/>
                  <a:pt x="62925" y="4877992"/>
                </a:cubicBezTo>
                <a:cubicBezTo>
                  <a:pt x="82480" y="4871554"/>
                  <a:pt x="75731" y="4857054"/>
                  <a:pt x="79496" y="4844323"/>
                </a:cubicBezTo>
                <a:cubicBezTo>
                  <a:pt x="97657" y="4832308"/>
                  <a:pt x="110974" y="4752352"/>
                  <a:pt x="101400" y="4733115"/>
                </a:cubicBezTo>
                <a:cubicBezTo>
                  <a:pt x="108185" y="4679357"/>
                  <a:pt x="119720" y="4662889"/>
                  <a:pt x="111223" y="4625153"/>
                </a:cubicBezTo>
                <a:cubicBezTo>
                  <a:pt x="106592" y="4588197"/>
                  <a:pt x="114401" y="4567830"/>
                  <a:pt x="126359" y="4539168"/>
                </a:cubicBezTo>
                <a:cubicBezTo>
                  <a:pt x="126535" y="4522289"/>
                  <a:pt x="126710" y="4505410"/>
                  <a:pt x="126886" y="4488531"/>
                </a:cubicBezTo>
                <a:cubicBezTo>
                  <a:pt x="126165" y="4473140"/>
                  <a:pt x="132917" y="4437329"/>
                  <a:pt x="135099" y="4411258"/>
                </a:cubicBezTo>
                <a:cubicBezTo>
                  <a:pt x="107667" y="4345686"/>
                  <a:pt x="146840" y="4280033"/>
                  <a:pt x="132327" y="4219510"/>
                </a:cubicBezTo>
                <a:cubicBezTo>
                  <a:pt x="138549" y="4158987"/>
                  <a:pt x="124091" y="4192084"/>
                  <a:pt x="172424" y="4048117"/>
                </a:cubicBezTo>
                <a:cubicBezTo>
                  <a:pt x="167703" y="4015047"/>
                  <a:pt x="203806" y="3905047"/>
                  <a:pt x="177666" y="3878222"/>
                </a:cubicBezTo>
                <a:cubicBezTo>
                  <a:pt x="167714" y="3821305"/>
                  <a:pt x="183914" y="3845122"/>
                  <a:pt x="156982" y="3778166"/>
                </a:cubicBezTo>
                <a:cubicBezTo>
                  <a:pt x="160365" y="3760234"/>
                  <a:pt x="142791" y="3724716"/>
                  <a:pt x="142115" y="3707357"/>
                </a:cubicBezTo>
                <a:cubicBezTo>
                  <a:pt x="139253" y="3688591"/>
                  <a:pt x="140202" y="3672776"/>
                  <a:pt x="139805" y="3665569"/>
                </a:cubicBezTo>
                <a:cubicBezTo>
                  <a:pt x="139778" y="3665084"/>
                  <a:pt x="139750" y="3664599"/>
                  <a:pt x="139723" y="3664114"/>
                </a:cubicBezTo>
                <a:lnTo>
                  <a:pt x="134134" y="3653088"/>
                </a:lnTo>
                <a:lnTo>
                  <a:pt x="126568" y="3641228"/>
                </a:lnTo>
                <a:cubicBezTo>
                  <a:pt x="126560" y="3629488"/>
                  <a:pt x="126549" y="3617747"/>
                  <a:pt x="126540" y="3606007"/>
                </a:cubicBezTo>
                <a:lnTo>
                  <a:pt x="134645" y="3597336"/>
                </a:lnTo>
                <a:lnTo>
                  <a:pt x="131649" y="3586412"/>
                </a:lnTo>
                <a:lnTo>
                  <a:pt x="134221" y="3569719"/>
                </a:lnTo>
                <a:lnTo>
                  <a:pt x="133795" y="3568021"/>
                </a:lnTo>
                <a:lnTo>
                  <a:pt x="130189" y="3553678"/>
                </a:lnTo>
                <a:lnTo>
                  <a:pt x="129827" y="3552249"/>
                </a:lnTo>
                <a:lnTo>
                  <a:pt x="122183" y="3542019"/>
                </a:lnTo>
                <a:lnTo>
                  <a:pt x="112426" y="3531201"/>
                </a:lnTo>
                <a:lnTo>
                  <a:pt x="105626" y="3496391"/>
                </a:lnTo>
                <a:lnTo>
                  <a:pt x="111971" y="3486850"/>
                </a:lnTo>
                <a:lnTo>
                  <a:pt x="106910" y="3476412"/>
                </a:lnTo>
                <a:cubicBezTo>
                  <a:pt x="105781" y="3466028"/>
                  <a:pt x="105824" y="3433967"/>
                  <a:pt x="105209" y="3424545"/>
                </a:cubicBezTo>
                <a:lnTo>
                  <a:pt x="103215" y="3419880"/>
                </a:lnTo>
                <a:lnTo>
                  <a:pt x="104953" y="3415218"/>
                </a:lnTo>
                <a:lnTo>
                  <a:pt x="101255" y="3409825"/>
                </a:lnTo>
                <a:lnTo>
                  <a:pt x="103044" y="3407057"/>
                </a:lnTo>
                <a:lnTo>
                  <a:pt x="89764" y="3378959"/>
                </a:lnTo>
                <a:lnTo>
                  <a:pt x="83991" y="3362948"/>
                </a:lnTo>
                <a:lnTo>
                  <a:pt x="66858" y="3332072"/>
                </a:lnTo>
                <a:lnTo>
                  <a:pt x="69057" y="3325671"/>
                </a:lnTo>
                <a:lnTo>
                  <a:pt x="51631" y="3278130"/>
                </a:lnTo>
                <a:lnTo>
                  <a:pt x="53959" y="3277179"/>
                </a:lnTo>
                <a:lnTo>
                  <a:pt x="60205" y="3262610"/>
                </a:lnTo>
                <a:lnTo>
                  <a:pt x="58998" y="3258677"/>
                </a:lnTo>
                <a:cubicBezTo>
                  <a:pt x="46010" y="3210316"/>
                  <a:pt x="80872" y="3236545"/>
                  <a:pt x="45170" y="3180546"/>
                </a:cubicBezTo>
                <a:cubicBezTo>
                  <a:pt x="53643" y="3171780"/>
                  <a:pt x="52550" y="3163902"/>
                  <a:pt x="45228" y="3151828"/>
                </a:cubicBezTo>
                <a:cubicBezTo>
                  <a:pt x="39651" y="3128169"/>
                  <a:pt x="64667" y="3124610"/>
                  <a:pt x="45020" y="3103777"/>
                </a:cubicBezTo>
                <a:cubicBezTo>
                  <a:pt x="59127" y="3105196"/>
                  <a:pt x="41123" y="3057428"/>
                  <a:pt x="57092" y="3065434"/>
                </a:cubicBezTo>
                <a:cubicBezTo>
                  <a:pt x="55435" y="3051512"/>
                  <a:pt x="40803" y="3032637"/>
                  <a:pt x="35088" y="3020247"/>
                </a:cubicBezTo>
                <a:cubicBezTo>
                  <a:pt x="32503" y="3002537"/>
                  <a:pt x="18197" y="3001119"/>
                  <a:pt x="22803" y="2991092"/>
                </a:cubicBezTo>
                <a:cubicBezTo>
                  <a:pt x="24338" y="2987749"/>
                  <a:pt x="27975" y="2983455"/>
                  <a:pt x="34850" y="2977278"/>
                </a:cubicBezTo>
                <a:cubicBezTo>
                  <a:pt x="22587" y="2954448"/>
                  <a:pt x="35600" y="2946689"/>
                  <a:pt x="36223" y="2911749"/>
                </a:cubicBezTo>
                <a:cubicBezTo>
                  <a:pt x="35158" y="2886513"/>
                  <a:pt x="29761" y="2843788"/>
                  <a:pt x="28462" y="2825860"/>
                </a:cubicBezTo>
                <a:cubicBezTo>
                  <a:pt x="28449" y="2818634"/>
                  <a:pt x="28437" y="2811409"/>
                  <a:pt x="28424" y="2804183"/>
                </a:cubicBezTo>
                <a:lnTo>
                  <a:pt x="21292" y="2790136"/>
                </a:lnTo>
                <a:lnTo>
                  <a:pt x="16179" y="2760208"/>
                </a:lnTo>
                <a:lnTo>
                  <a:pt x="22858" y="2751112"/>
                </a:lnTo>
                <a:lnTo>
                  <a:pt x="18505" y="2740278"/>
                </a:lnTo>
                <a:lnTo>
                  <a:pt x="22482" y="2726489"/>
                </a:lnTo>
                <a:lnTo>
                  <a:pt x="18175" y="2725052"/>
                </a:lnTo>
                <a:lnTo>
                  <a:pt x="10521" y="2715895"/>
                </a:lnTo>
                <a:lnTo>
                  <a:pt x="25499" y="2665666"/>
                </a:lnTo>
                <a:lnTo>
                  <a:pt x="30658" y="2635351"/>
                </a:lnTo>
                <a:cubicBezTo>
                  <a:pt x="30723" y="2625597"/>
                  <a:pt x="30791" y="2615842"/>
                  <a:pt x="30857" y="2606088"/>
                </a:cubicBezTo>
                <a:lnTo>
                  <a:pt x="37532" y="2596456"/>
                </a:lnTo>
                <a:cubicBezTo>
                  <a:pt x="41239" y="2582253"/>
                  <a:pt x="34640" y="2564757"/>
                  <a:pt x="36511" y="2549900"/>
                </a:cubicBezTo>
                <a:lnTo>
                  <a:pt x="53712" y="2496499"/>
                </a:lnTo>
                <a:cubicBezTo>
                  <a:pt x="53527" y="2492743"/>
                  <a:pt x="64725" y="2449625"/>
                  <a:pt x="64540" y="2445869"/>
                </a:cubicBezTo>
                <a:cubicBezTo>
                  <a:pt x="61940" y="2441580"/>
                  <a:pt x="65575" y="2413465"/>
                  <a:pt x="64348" y="2408995"/>
                </a:cubicBezTo>
                <a:cubicBezTo>
                  <a:pt x="100333" y="2407546"/>
                  <a:pt x="71752" y="2329020"/>
                  <a:pt x="101725" y="2335735"/>
                </a:cubicBezTo>
                <a:cubicBezTo>
                  <a:pt x="120512" y="2299003"/>
                  <a:pt x="138791" y="2291744"/>
                  <a:pt x="147278" y="2260088"/>
                </a:cubicBezTo>
                <a:cubicBezTo>
                  <a:pt x="152668" y="2224200"/>
                  <a:pt x="143589" y="2220953"/>
                  <a:pt x="152643" y="2193455"/>
                </a:cubicBezTo>
                <a:cubicBezTo>
                  <a:pt x="152701" y="2159228"/>
                  <a:pt x="131577" y="2138038"/>
                  <a:pt x="161815" y="2107942"/>
                </a:cubicBezTo>
                <a:lnTo>
                  <a:pt x="168884" y="2024270"/>
                </a:lnTo>
                <a:lnTo>
                  <a:pt x="210800" y="1969445"/>
                </a:lnTo>
                <a:lnTo>
                  <a:pt x="215063" y="1961162"/>
                </a:lnTo>
                <a:lnTo>
                  <a:pt x="226767" y="1945112"/>
                </a:lnTo>
                <a:lnTo>
                  <a:pt x="225906" y="1942021"/>
                </a:lnTo>
                <a:lnTo>
                  <a:pt x="220555" y="1935584"/>
                </a:lnTo>
                <a:cubicBezTo>
                  <a:pt x="220179" y="1930292"/>
                  <a:pt x="223282" y="1914884"/>
                  <a:pt x="223648" y="1910265"/>
                </a:cubicBezTo>
                <a:cubicBezTo>
                  <a:pt x="221934" y="1909994"/>
                  <a:pt x="221895" y="1909162"/>
                  <a:pt x="222758" y="1907867"/>
                </a:cubicBezTo>
                <a:lnTo>
                  <a:pt x="229387" y="1899379"/>
                </a:lnTo>
                <a:lnTo>
                  <a:pt x="231548" y="1895114"/>
                </a:lnTo>
                <a:lnTo>
                  <a:pt x="216553" y="1892417"/>
                </a:lnTo>
                <a:cubicBezTo>
                  <a:pt x="209075" y="1884999"/>
                  <a:pt x="222114" y="1866643"/>
                  <a:pt x="209739" y="1861483"/>
                </a:cubicBezTo>
                <a:cubicBezTo>
                  <a:pt x="214584" y="1853278"/>
                  <a:pt x="219066" y="1844665"/>
                  <a:pt x="222950" y="1835810"/>
                </a:cubicBezTo>
                <a:lnTo>
                  <a:pt x="224812" y="1830569"/>
                </a:lnTo>
                <a:lnTo>
                  <a:pt x="224522" y="1830429"/>
                </a:lnTo>
                <a:cubicBezTo>
                  <a:pt x="224224" y="1829219"/>
                  <a:pt x="224571" y="1827468"/>
                  <a:pt x="225830" y="1824832"/>
                </a:cubicBezTo>
                <a:lnTo>
                  <a:pt x="228207" y="1821003"/>
                </a:lnTo>
                <a:lnTo>
                  <a:pt x="230878" y="1807109"/>
                </a:lnTo>
                <a:lnTo>
                  <a:pt x="227355" y="1805316"/>
                </a:lnTo>
                <a:lnTo>
                  <a:pt x="228132" y="1804434"/>
                </a:lnTo>
                <a:cubicBezTo>
                  <a:pt x="237533" y="1798221"/>
                  <a:pt x="248274" y="1797417"/>
                  <a:pt x="223762" y="1784314"/>
                </a:cubicBezTo>
                <a:cubicBezTo>
                  <a:pt x="240655" y="1769422"/>
                  <a:pt x="224912" y="1763793"/>
                  <a:pt x="226521" y="1740358"/>
                </a:cubicBezTo>
                <a:cubicBezTo>
                  <a:pt x="240385" y="1732435"/>
                  <a:pt x="239102" y="1724301"/>
                  <a:pt x="233164" y="1715685"/>
                </a:cubicBezTo>
                <a:cubicBezTo>
                  <a:pt x="245499" y="1694404"/>
                  <a:pt x="240415" y="1672675"/>
                  <a:pt x="245819" y="1647555"/>
                </a:cubicBezTo>
                <a:cubicBezTo>
                  <a:pt x="268668" y="1622803"/>
                  <a:pt x="248434" y="1605585"/>
                  <a:pt x="254317" y="1578752"/>
                </a:cubicBezTo>
                <a:lnTo>
                  <a:pt x="249918" y="1546022"/>
                </a:lnTo>
                <a:cubicBezTo>
                  <a:pt x="251996" y="1543635"/>
                  <a:pt x="248777" y="1521210"/>
                  <a:pt x="248927" y="1519929"/>
                </a:cubicBezTo>
                <a:lnTo>
                  <a:pt x="248704" y="1519731"/>
                </a:lnTo>
                <a:lnTo>
                  <a:pt x="252245" y="1514846"/>
                </a:lnTo>
                <a:cubicBezTo>
                  <a:pt x="255314" y="1501295"/>
                  <a:pt x="252199" y="1477394"/>
                  <a:pt x="254681" y="1463304"/>
                </a:cubicBezTo>
                <a:cubicBezTo>
                  <a:pt x="257024" y="1459891"/>
                  <a:pt x="268983" y="1432466"/>
                  <a:pt x="267138" y="1430305"/>
                </a:cubicBezTo>
                <a:lnTo>
                  <a:pt x="266110" y="1429568"/>
                </a:lnTo>
                <a:lnTo>
                  <a:pt x="286784" y="1404045"/>
                </a:lnTo>
                <a:lnTo>
                  <a:pt x="294521" y="1360879"/>
                </a:lnTo>
                <a:lnTo>
                  <a:pt x="324750" y="1301993"/>
                </a:lnTo>
                <a:lnTo>
                  <a:pt x="328780" y="1210776"/>
                </a:lnTo>
                <a:cubicBezTo>
                  <a:pt x="344171" y="1197232"/>
                  <a:pt x="343390" y="1192124"/>
                  <a:pt x="346123" y="1157176"/>
                </a:cubicBezTo>
                <a:cubicBezTo>
                  <a:pt x="359383" y="1110140"/>
                  <a:pt x="355619" y="1111028"/>
                  <a:pt x="349331" y="1063288"/>
                </a:cubicBezTo>
                <a:cubicBezTo>
                  <a:pt x="364194" y="1005331"/>
                  <a:pt x="362778" y="969963"/>
                  <a:pt x="431245" y="889417"/>
                </a:cubicBezTo>
                <a:lnTo>
                  <a:pt x="459477" y="816346"/>
                </a:lnTo>
                <a:cubicBezTo>
                  <a:pt x="465006" y="808083"/>
                  <a:pt x="496978" y="764380"/>
                  <a:pt x="489268" y="752692"/>
                </a:cubicBezTo>
                <a:lnTo>
                  <a:pt x="505368" y="724368"/>
                </a:lnTo>
                <a:lnTo>
                  <a:pt x="511178" y="722494"/>
                </a:lnTo>
                <a:lnTo>
                  <a:pt x="514451" y="717531"/>
                </a:lnTo>
                <a:cubicBezTo>
                  <a:pt x="514171" y="710761"/>
                  <a:pt x="513893" y="703992"/>
                  <a:pt x="513612" y="697222"/>
                </a:cubicBezTo>
                <a:cubicBezTo>
                  <a:pt x="513272" y="693376"/>
                  <a:pt x="513720" y="690905"/>
                  <a:pt x="514772" y="689289"/>
                </a:cubicBezTo>
                <a:lnTo>
                  <a:pt x="515249" y="689151"/>
                </a:lnTo>
                <a:cubicBezTo>
                  <a:pt x="515320" y="686637"/>
                  <a:pt x="515389" y="684122"/>
                  <a:pt x="515461" y="681608"/>
                </a:cubicBezTo>
                <a:cubicBezTo>
                  <a:pt x="522970" y="666964"/>
                  <a:pt x="551123" y="617831"/>
                  <a:pt x="560298" y="601285"/>
                </a:cubicBezTo>
                <a:cubicBezTo>
                  <a:pt x="558549" y="585107"/>
                  <a:pt x="540289" y="573171"/>
                  <a:pt x="570504" y="582332"/>
                </a:cubicBezTo>
                <a:cubicBezTo>
                  <a:pt x="570816" y="577121"/>
                  <a:pt x="573898" y="574271"/>
                  <a:pt x="578347" y="572511"/>
                </a:cubicBezTo>
                <a:lnTo>
                  <a:pt x="580375" y="572092"/>
                </a:lnTo>
                <a:lnTo>
                  <a:pt x="575722" y="536015"/>
                </a:lnTo>
                <a:lnTo>
                  <a:pt x="578705" y="531675"/>
                </a:lnTo>
                <a:lnTo>
                  <a:pt x="564084" y="491380"/>
                </a:lnTo>
                <a:cubicBezTo>
                  <a:pt x="560969" y="487340"/>
                  <a:pt x="560134" y="482008"/>
                  <a:pt x="564457" y="473782"/>
                </a:cubicBezTo>
                <a:lnTo>
                  <a:pt x="566413" y="472000"/>
                </a:lnTo>
                <a:lnTo>
                  <a:pt x="584600" y="354566"/>
                </a:lnTo>
                <a:cubicBezTo>
                  <a:pt x="586100" y="325288"/>
                  <a:pt x="584583" y="317533"/>
                  <a:pt x="588077" y="265704"/>
                </a:cubicBezTo>
                <a:cubicBezTo>
                  <a:pt x="588008" y="205530"/>
                  <a:pt x="578491" y="226511"/>
                  <a:pt x="580576" y="187093"/>
                </a:cubicBezTo>
                <a:cubicBezTo>
                  <a:pt x="579265" y="162458"/>
                  <a:pt x="569240" y="117589"/>
                  <a:pt x="587928" y="130336"/>
                </a:cubicBezTo>
                <a:cubicBezTo>
                  <a:pt x="552635" y="69804"/>
                  <a:pt x="604651" y="82036"/>
                  <a:pt x="593881" y="17287"/>
                </a:cubicBezTo>
                <a:cubicBezTo>
                  <a:pt x="600399" y="13784"/>
                  <a:pt x="605413" y="8440"/>
                  <a:pt x="609224" y="1705"/>
                </a:cubicBezTo>
                <a:close/>
              </a:path>
            </a:pathLst>
          </a:custGeom>
          <a:noFill/>
          <a:extLst>
            <a:ext uri="{909E8E84-426E-40DD-AFC4-6F175D3DCCD1}">
              <a14:hiddenFill xmlns:a14="http://schemas.microsoft.com/office/drawing/2010/main">
                <a:solidFill>
                  <a:srgbClr val="FFFFFF"/>
                </a:solidFill>
              </a14:hiddenFill>
            </a:ext>
          </a:extLst>
        </p:spPr>
      </p:pic>
      <p:grpSp>
        <p:nvGrpSpPr>
          <p:cNvPr id="28" name="Group 8">
            <a:extLst>
              <a:ext uri="{FF2B5EF4-FFF2-40B4-BE49-F238E27FC236}">
                <a16:creationId xmlns:a16="http://schemas.microsoft.com/office/drawing/2014/main" id="{495FB98B-D542-E5B7-FF7B-6D2EF68BA7F4}"/>
              </a:ext>
            </a:extLst>
          </p:cNvPr>
          <p:cNvGrpSpPr/>
          <p:nvPr/>
        </p:nvGrpSpPr>
        <p:grpSpPr>
          <a:xfrm>
            <a:off x="304420" y="9507822"/>
            <a:ext cx="190986" cy="190924"/>
            <a:chOff x="0" y="0"/>
            <a:chExt cx="254648" cy="254565"/>
          </a:xfrm>
        </p:grpSpPr>
        <p:sp>
          <p:nvSpPr>
            <p:cNvPr id="29" name="Freeform 9">
              <a:extLst>
                <a:ext uri="{FF2B5EF4-FFF2-40B4-BE49-F238E27FC236}">
                  <a16:creationId xmlns:a16="http://schemas.microsoft.com/office/drawing/2014/main" id="{F3193194-9F65-7399-36FB-69D71B1AFC2D}"/>
                </a:ext>
              </a:extLst>
            </p:cNvPr>
            <p:cNvSpPr/>
            <p:nvPr/>
          </p:nvSpPr>
          <p:spPr>
            <a:xfrm>
              <a:off x="127" y="0"/>
              <a:ext cx="254381" cy="254508"/>
            </a:xfrm>
            <a:custGeom>
              <a:avLst/>
              <a:gdLst/>
              <a:ahLst/>
              <a:cxnLst/>
              <a:rect l="l" t="t" r="r" b="b"/>
              <a:pathLst>
                <a:path w="254381" h="254508">
                  <a:moveTo>
                    <a:pt x="219202" y="36830"/>
                  </a:moveTo>
                  <a:lnTo>
                    <a:pt x="219202" y="219329"/>
                  </a:lnTo>
                  <a:lnTo>
                    <a:pt x="36703" y="219329"/>
                  </a:lnTo>
                  <a:lnTo>
                    <a:pt x="36703" y="36830"/>
                  </a:lnTo>
                  <a:close/>
                  <a:moveTo>
                    <a:pt x="0" y="0"/>
                  </a:moveTo>
                  <a:lnTo>
                    <a:pt x="0" y="254508"/>
                  </a:lnTo>
                  <a:lnTo>
                    <a:pt x="254381" y="254508"/>
                  </a:lnTo>
                  <a:lnTo>
                    <a:pt x="254381" y="0"/>
                  </a:lnTo>
                  <a:close/>
                </a:path>
              </a:pathLst>
            </a:custGeom>
            <a:solidFill>
              <a:srgbClr val="FF9973"/>
            </a:solidFill>
          </p:spPr>
          <p:txBody>
            <a:bodyPr/>
            <a:lstStyle/>
            <a:p>
              <a:endParaRPr lang="en-ID"/>
            </a:p>
          </p:txBody>
        </p:sp>
      </p:grpSp>
      <p:grpSp>
        <p:nvGrpSpPr>
          <p:cNvPr id="31" name="Group 14">
            <a:extLst>
              <a:ext uri="{FF2B5EF4-FFF2-40B4-BE49-F238E27FC236}">
                <a16:creationId xmlns:a16="http://schemas.microsoft.com/office/drawing/2014/main" id="{7A67FED9-CCFB-AF2F-0044-95D717375B89}"/>
              </a:ext>
            </a:extLst>
          </p:cNvPr>
          <p:cNvGrpSpPr/>
          <p:nvPr/>
        </p:nvGrpSpPr>
        <p:grpSpPr>
          <a:xfrm>
            <a:off x="925800" y="9507800"/>
            <a:ext cx="311850" cy="312750"/>
            <a:chOff x="0" y="0"/>
            <a:chExt cx="415800" cy="417000"/>
          </a:xfrm>
        </p:grpSpPr>
        <p:sp>
          <p:nvSpPr>
            <p:cNvPr id="33" name="Freeform 15">
              <a:extLst>
                <a:ext uri="{FF2B5EF4-FFF2-40B4-BE49-F238E27FC236}">
                  <a16:creationId xmlns:a16="http://schemas.microsoft.com/office/drawing/2014/main" id="{BEAC9D58-52CF-A14F-63F0-6B5C72CDE429}"/>
                </a:ext>
              </a:extLst>
            </p:cNvPr>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grpSp>
        <p:nvGrpSpPr>
          <p:cNvPr id="34" name="Group 12">
            <a:extLst>
              <a:ext uri="{FF2B5EF4-FFF2-40B4-BE49-F238E27FC236}">
                <a16:creationId xmlns:a16="http://schemas.microsoft.com/office/drawing/2014/main" id="{3A52B7D7-1990-8954-6319-46E3F6EF288F}"/>
              </a:ext>
            </a:extLst>
          </p:cNvPr>
          <p:cNvGrpSpPr/>
          <p:nvPr/>
        </p:nvGrpSpPr>
        <p:grpSpPr>
          <a:xfrm>
            <a:off x="404850" y="8803450"/>
            <a:ext cx="334300" cy="334300"/>
            <a:chOff x="0" y="0"/>
            <a:chExt cx="445733" cy="445733"/>
          </a:xfrm>
        </p:grpSpPr>
        <p:sp>
          <p:nvSpPr>
            <p:cNvPr id="35" name="Freeform 13">
              <a:extLst>
                <a:ext uri="{FF2B5EF4-FFF2-40B4-BE49-F238E27FC236}">
                  <a16:creationId xmlns:a16="http://schemas.microsoft.com/office/drawing/2014/main" id="{F0767E32-DCD1-4CB1-27CC-C03D203CB56A}"/>
                </a:ext>
              </a:extLst>
            </p:cNvPr>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845"/>
        </a:solidFill>
        <a:effectLst/>
      </p:bgPr>
    </p:bg>
    <p:spTree>
      <p:nvGrpSpPr>
        <p:cNvPr id="1" name=""/>
        <p:cNvGrpSpPr/>
        <p:nvPr/>
      </p:nvGrpSpPr>
      <p:grpSpPr>
        <a:xfrm>
          <a:off x="0" y="0"/>
          <a:ext cx="0" cy="0"/>
          <a:chOff x="0" y="0"/>
          <a:chExt cx="0" cy="0"/>
        </a:xfrm>
      </p:grpSpPr>
      <p:grpSp>
        <p:nvGrpSpPr>
          <p:cNvPr id="2" name="Group 2"/>
          <p:cNvGrpSpPr/>
          <p:nvPr/>
        </p:nvGrpSpPr>
        <p:grpSpPr>
          <a:xfrm>
            <a:off x="17225526" y="1735550"/>
            <a:ext cx="334300" cy="334300"/>
            <a:chOff x="0" y="0"/>
            <a:chExt cx="445733" cy="445733"/>
          </a:xfrm>
        </p:grpSpPr>
        <p:sp>
          <p:nvSpPr>
            <p:cNvPr id="3" name="Freeform 3"/>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4" name="Group 4"/>
          <p:cNvGrpSpPr/>
          <p:nvPr/>
        </p:nvGrpSpPr>
        <p:grpSpPr>
          <a:xfrm>
            <a:off x="17284050" y="970350"/>
            <a:ext cx="217300" cy="217300"/>
            <a:chOff x="0" y="0"/>
            <a:chExt cx="289733" cy="289733"/>
          </a:xfrm>
        </p:grpSpPr>
        <p:sp>
          <p:nvSpPr>
            <p:cNvPr id="5" name="Freeform 5"/>
            <p:cNvSpPr/>
            <p:nvPr/>
          </p:nvSpPr>
          <p:spPr>
            <a:xfrm>
              <a:off x="127" y="127"/>
              <a:ext cx="289560" cy="289560"/>
            </a:xfrm>
            <a:custGeom>
              <a:avLst/>
              <a:gdLst/>
              <a:ahLst/>
              <a:cxnLst/>
              <a:rect l="l" t="t" r="r" b="b"/>
              <a:pathLst>
                <a:path w="289560" h="289560">
                  <a:moveTo>
                    <a:pt x="267081" y="23622"/>
                  </a:moveTo>
                  <a:lnTo>
                    <a:pt x="267081" y="268351"/>
                  </a:lnTo>
                  <a:lnTo>
                    <a:pt x="22352" y="268351"/>
                  </a:lnTo>
                  <a:lnTo>
                    <a:pt x="22352" y="23622"/>
                  </a:lnTo>
                  <a:close/>
                  <a:moveTo>
                    <a:pt x="0" y="0"/>
                  </a:moveTo>
                  <a:lnTo>
                    <a:pt x="0" y="289560"/>
                  </a:lnTo>
                  <a:lnTo>
                    <a:pt x="289560" y="289560"/>
                  </a:lnTo>
                  <a:lnTo>
                    <a:pt x="289560" y="0"/>
                  </a:lnTo>
                  <a:close/>
                </a:path>
              </a:pathLst>
            </a:custGeom>
            <a:solidFill>
              <a:srgbClr val="FC723F"/>
            </a:solidFill>
          </p:spPr>
          <p:txBody>
            <a:bodyPr/>
            <a:lstStyle/>
            <a:p>
              <a:endParaRPr lang="en-ID"/>
            </a:p>
          </p:txBody>
        </p:sp>
      </p:grpSp>
      <p:grpSp>
        <p:nvGrpSpPr>
          <p:cNvPr id="6" name="Group 6"/>
          <p:cNvGrpSpPr/>
          <p:nvPr/>
        </p:nvGrpSpPr>
        <p:grpSpPr>
          <a:xfrm>
            <a:off x="17708900" y="390050"/>
            <a:ext cx="311850" cy="312750"/>
            <a:chOff x="0" y="0"/>
            <a:chExt cx="415800" cy="417000"/>
          </a:xfrm>
        </p:grpSpPr>
        <p:sp>
          <p:nvSpPr>
            <p:cNvPr id="7" name="Freeform 7"/>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grpSp>
        <p:nvGrpSpPr>
          <p:cNvPr id="8" name="Group 8"/>
          <p:cNvGrpSpPr/>
          <p:nvPr/>
        </p:nvGrpSpPr>
        <p:grpSpPr>
          <a:xfrm>
            <a:off x="304420" y="9507822"/>
            <a:ext cx="190986" cy="190924"/>
            <a:chOff x="0" y="0"/>
            <a:chExt cx="254648" cy="254565"/>
          </a:xfrm>
        </p:grpSpPr>
        <p:sp>
          <p:nvSpPr>
            <p:cNvPr id="9" name="Freeform 9"/>
            <p:cNvSpPr/>
            <p:nvPr/>
          </p:nvSpPr>
          <p:spPr>
            <a:xfrm>
              <a:off x="127" y="0"/>
              <a:ext cx="254381" cy="254508"/>
            </a:xfrm>
            <a:custGeom>
              <a:avLst/>
              <a:gdLst/>
              <a:ahLst/>
              <a:cxnLst/>
              <a:rect l="l" t="t" r="r" b="b"/>
              <a:pathLst>
                <a:path w="254381" h="254508">
                  <a:moveTo>
                    <a:pt x="219202" y="36830"/>
                  </a:moveTo>
                  <a:lnTo>
                    <a:pt x="219202" y="219329"/>
                  </a:lnTo>
                  <a:lnTo>
                    <a:pt x="36703" y="219329"/>
                  </a:lnTo>
                  <a:lnTo>
                    <a:pt x="36703" y="36830"/>
                  </a:lnTo>
                  <a:close/>
                  <a:moveTo>
                    <a:pt x="0" y="0"/>
                  </a:moveTo>
                  <a:lnTo>
                    <a:pt x="0" y="254508"/>
                  </a:lnTo>
                  <a:lnTo>
                    <a:pt x="254381" y="254508"/>
                  </a:lnTo>
                  <a:lnTo>
                    <a:pt x="254381" y="0"/>
                  </a:lnTo>
                  <a:close/>
                </a:path>
              </a:pathLst>
            </a:custGeom>
            <a:solidFill>
              <a:srgbClr val="FF9973"/>
            </a:solidFill>
          </p:spPr>
          <p:txBody>
            <a:bodyPr/>
            <a:lstStyle/>
            <a:p>
              <a:endParaRPr lang="en-ID"/>
            </a:p>
          </p:txBody>
        </p:sp>
      </p:grpSp>
      <p:grpSp>
        <p:nvGrpSpPr>
          <p:cNvPr id="10" name="Group 10"/>
          <p:cNvGrpSpPr/>
          <p:nvPr/>
        </p:nvGrpSpPr>
        <p:grpSpPr>
          <a:xfrm>
            <a:off x="17782576" y="1432170"/>
            <a:ext cx="164518" cy="164518"/>
            <a:chOff x="0" y="0"/>
            <a:chExt cx="219357" cy="219357"/>
          </a:xfrm>
        </p:grpSpPr>
        <p:sp>
          <p:nvSpPr>
            <p:cNvPr id="11" name="Freeform 11"/>
            <p:cNvSpPr/>
            <p:nvPr/>
          </p:nvSpPr>
          <p:spPr>
            <a:xfrm>
              <a:off x="127" y="127"/>
              <a:ext cx="219202" cy="219202"/>
            </a:xfrm>
            <a:custGeom>
              <a:avLst/>
              <a:gdLst/>
              <a:ahLst/>
              <a:cxnLst/>
              <a:rect l="l" t="t" r="r" b="b"/>
              <a:pathLst>
                <a:path w="219202" h="219202">
                  <a:moveTo>
                    <a:pt x="0" y="0"/>
                  </a:moveTo>
                  <a:lnTo>
                    <a:pt x="0" y="219202"/>
                  </a:lnTo>
                  <a:lnTo>
                    <a:pt x="219202" y="219202"/>
                  </a:lnTo>
                  <a:lnTo>
                    <a:pt x="219202" y="0"/>
                  </a:lnTo>
                  <a:close/>
                </a:path>
              </a:pathLst>
            </a:custGeom>
            <a:solidFill>
              <a:srgbClr val="F64975"/>
            </a:solidFill>
          </p:spPr>
          <p:txBody>
            <a:bodyPr/>
            <a:lstStyle/>
            <a:p>
              <a:endParaRPr lang="en-ID"/>
            </a:p>
          </p:txBody>
        </p:sp>
      </p:grpSp>
      <p:grpSp>
        <p:nvGrpSpPr>
          <p:cNvPr id="12" name="Group 12"/>
          <p:cNvGrpSpPr/>
          <p:nvPr/>
        </p:nvGrpSpPr>
        <p:grpSpPr>
          <a:xfrm>
            <a:off x="404850" y="8803450"/>
            <a:ext cx="334300" cy="334300"/>
            <a:chOff x="0" y="0"/>
            <a:chExt cx="445733" cy="445733"/>
          </a:xfrm>
        </p:grpSpPr>
        <p:sp>
          <p:nvSpPr>
            <p:cNvPr id="13" name="Freeform 13"/>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14" name="Group 14"/>
          <p:cNvGrpSpPr/>
          <p:nvPr/>
        </p:nvGrpSpPr>
        <p:grpSpPr>
          <a:xfrm>
            <a:off x="925800" y="9507800"/>
            <a:ext cx="311850" cy="312750"/>
            <a:chOff x="0" y="0"/>
            <a:chExt cx="415800" cy="417000"/>
          </a:xfrm>
        </p:grpSpPr>
        <p:sp>
          <p:nvSpPr>
            <p:cNvPr id="15" name="Freeform 15"/>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sp>
        <p:nvSpPr>
          <p:cNvPr id="17" name="TextBox 17"/>
          <p:cNvSpPr txBox="1"/>
          <p:nvPr/>
        </p:nvSpPr>
        <p:spPr>
          <a:xfrm>
            <a:off x="739150" y="517589"/>
            <a:ext cx="6271250" cy="1065356"/>
          </a:xfrm>
          <a:prstGeom prst="rect">
            <a:avLst/>
          </a:prstGeom>
        </p:spPr>
        <p:txBody>
          <a:bodyPr wrap="square" lIns="0" tIns="0" rIns="0" bIns="0" rtlCol="0" anchor="t">
            <a:spAutoFit/>
          </a:bodyPr>
          <a:lstStyle/>
          <a:p>
            <a:pPr algn="ctr">
              <a:lnSpc>
                <a:spcPts val="8854"/>
              </a:lnSpc>
            </a:pPr>
            <a:r>
              <a:rPr lang="vi-VN" sz="6324" b="1">
                <a:solidFill>
                  <a:srgbClr val="FFFFFF"/>
                </a:solidFill>
                <a:latin typeface="Noto Sans Bold"/>
                <a:ea typeface="Noto Sans Bold"/>
                <a:cs typeface="Noto Sans Bold"/>
                <a:sym typeface="Noto Sans Bold"/>
              </a:rPr>
              <a:t>III</a:t>
            </a:r>
            <a:r>
              <a:rPr lang="en-US" sz="6324" b="1">
                <a:solidFill>
                  <a:srgbClr val="FFFFFF"/>
                </a:solidFill>
                <a:latin typeface="Noto Sans Bold"/>
                <a:ea typeface="Noto Sans Bold"/>
                <a:cs typeface="Noto Sans Bold"/>
                <a:sym typeface="Noto Sans Bold"/>
              </a:rPr>
              <a:t>. Chức năng</a:t>
            </a:r>
          </a:p>
        </p:txBody>
      </p:sp>
      <p:sp>
        <p:nvSpPr>
          <p:cNvPr id="18" name="TextBox 18"/>
          <p:cNvSpPr txBox="1"/>
          <p:nvPr/>
        </p:nvSpPr>
        <p:spPr>
          <a:xfrm>
            <a:off x="1447800" y="1811618"/>
            <a:ext cx="5772750" cy="588682"/>
          </a:xfrm>
          <a:prstGeom prst="rect">
            <a:avLst/>
          </a:prstGeom>
        </p:spPr>
        <p:txBody>
          <a:bodyPr wrap="square" lIns="0" tIns="0" rIns="0" bIns="0" rtlCol="0" anchor="t">
            <a:spAutoFit/>
          </a:bodyPr>
          <a:lstStyle/>
          <a:p>
            <a:pPr algn="ctr">
              <a:lnSpc>
                <a:spcPts val="4827"/>
              </a:lnSpc>
            </a:pPr>
            <a:r>
              <a:rPr lang="en-US" sz="3448" b="1" dirty="0" err="1">
                <a:solidFill>
                  <a:srgbClr val="FFFFFF"/>
                </a:solidFill>
                <a:latin typeface="Noto Sans Bold"/>
                <a:ea typeface="Noto Sans Bold"/>
                <a:cs typeface="Noto Sans Bold"/>
                <a:sym typeface="Noto Sans Bold"/>
              </a:rPr>
              <a:t>Chức</a:t>
            </a:r>
            <a:r>
              <a:rPr lang="en-US" sz="3448" b="1" dirty="0">
                <a:solidFill>
                  <a:srgbClr val="FFFFFF"/>
                </a:solidFill>
                <a:latin typeface="Noto Sans Bold"/>
                <a:ea typeface="Noto Sans Bold"/>
                <a:cs typeface="Noto Sans Bold"/>
                <a:sym typeface="Noto Sans Bold"/>
              </a:rPr>
              <a:t> </a:t>
            </a:r>
            <a:r>
              <a:rPr lang="en-US" sz="3448" b="1" dirty="0" err="1">
                <a:solidFill>
                  <a:srgbClr val="FFFFFF"/>
                </a:solidFill>
                <a:latin typeface="Noto Sans Bold"/>
                <a:ea typeface="Noto Sans Bold"/>
                <a:cs typeface="Noto Sans Bold"/>
                <a:sym typeface="Noto Sans Bold"/>
              </a:rPr>
              <a:t>năng</a:t>
            </a:r>
            <a:r>
              <a:rPr lang="en-US" sz="3448" b="1" dirty="0">
                <a:solidFill>
                  <a:srgbClr val="FFFFFF"/>
                </a:solidFill>
                <a:latin typeface="Noto Sans Bold"/>
                <a:ea typeface="Noto Sans Bold"/>
                <a:cs typeface="Noto Sans Bold"/>
                <a:sym typeface="Noto Sans Bold"/>
              </a:rPr>
              <a:t> </a:t>
            </a:r>
            <a:r>
              <a:rPr lang="en-US" sz="3448" b="1" dirty="0" err="1">
                <a:solidFill>
                  <a:srgbClr val="FFFFFF"/>
                </a:solidFill>
                <a:latin typeface="Noto Sans Bold"/>
                <a:ea typeface="Noto Sans Bold"/>
                <a:cs typeface="Noto Sans Bold"/>
                <a:sym typeface="Noto Sans Bold"/>
              </a:rPr>
              <a:t>của</a:t>
            </a:r>
            <a:r>
              <a:rPr lang="en-US" sz="3448" b="1" dirty="0">
                <a:solidFill>
                  <a:srgbClr val="FFFFFF"/>
                </a:solidFill>
                <a:latin typeface="Noto Sans Bold"/>
                <a:ea typeface="Noto Sans Bold"/>
                <a:cs typeface="Noto Sans Bold"/>
                <a:sym typeface="Noto Sans Bold"/>
              </a:rPr>
              <a:t> </a:t>
            </a:r>
            <a:r>
              <a:rPr lang="en-US" sz="3448" b="1" dirty="0" err="1">
                <a:solidFill>
                  <a:srgbClr val="FFFFFF"/>
                </a:solidFill>
                <a:latin typeface="Noto Sans Bold"/>
                <a:ea typeface="Noto Sans Bold"/>
                <a:cs typeface="Noto Sans Bold"/>
                <a:sym typeface="Noto Sans Bold"/>
              </a:rPr>
              <a:t>nhân</a:t>
            </a:r>
            <a:r>
              <a:rPr lang="en-US" sz="3448" b="1" dirty="0">
                <a:solidFill>
                  <a:srgbClr val="FFFFFF"/>
                </a:solidFill>
                <a:latin typeface="Noto Sans Bold"/>
                <a:ea typeface="Noto Sans Bold"/>
                <a:cs typeface="Noto Sans Bold"/>
                <a:sym typeface="Noto Sans Bold"/>
              </a:rPr>
              <a:t> </a:t>
            </a:r>
            <a:r>
              <a:rPr lang="en-US" sz="3448" b="1" dirty="0" err="1">
                <a:solidFill>
                  <a:srgbClr val="FFFFFF"/>
                </a:solidFill>
                <a:latin typeface="Noto Sans Bold"/>
                <a:ea typeface="Noto Sans Bold"/>
                <a:cs typeface="Noto Sans Bold"/>
                <a:sym typeface="Noto Sans Bold"/>
              </a:rPr>
              <a:t>viên</a:t>
            </a:r>
            <a:r>
              <a:rPr lang="en-US" sz="3448" b="1" dirty="0">
                <a:solidFill>
                  <a:srgbClr val="FFFFFF"/>
                </a:solidFill>
                <a:latin typeface="Noto Sans Bold"/>
                <a:ea typeface="Noto Sans Bold"/>
                <a:cs typeface="Noto Sans Bold"/>
                <a:sym typeface="Noto Sans Bold"/>
              </a:rPr>
              <a:t>:</a:t>
            </a:r>
          </a:p>
        </p:txBody>
      </p:sp>
      <p:sp>
        <p:nvSpPr>
          <p:cNvPr id="16" name="Rectangle: Rounded Corners 15">
            <a:extLst>
              <a:ext uri="{FF2B5EF4-FFF2-40B4-BE49-F238E27FC236}">
                <a16:creationId xmlns:a16="http://schemas.microsoft.com/office/drawing/2014/main" id="{5A5060A4-C94B-CC6C-F460-87DCA38FF4A1}"/>
              </a:ext>
            </a:extLst>
          </p:cNvPr>
          <p:cNvSpPr/>
          <p:nvPr/>
        </p:nvSpPr>
        <p:spPr>
          <a:xfrm>
            <a:off x="2171700" y="2889378"/>
            <a:ext cx="13944600" cy="6445122"/>
          </a:xfrm>
          <a:prstGeom prst="roundRect">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845"/>
        </a:solidFill>
        <a:effectLst/>
      </p:bgPr>
    </p:bg>
    <p:spTree>
      <p:nvGrpSpPr>
        <p:cNvPr id="1" name=""/>
        <p:cNvGrpSpPr/>
        <p:nvPr/>
      </p:nvGrpSpPr>
      <p:grpSpPr>
        <a:xfrm>
          <a:off x="0" y="0"/>
          <a:ext cx="0" cy="0"/>
          <a:chOff x="0" y="0"/>
          <a:chExt cx="0" cy="0"/>
        </a:xfrm>
      </p:grpSpPr>
      <p:grpSp>
        <p:nvGrpSpPr>
          <p:cNvPr id="2" name="Group 2"/>
          <p:cNvGrpSpPr/>
          <p:nvPr/>
        </p:nvGrpSpPr>
        <p:grpSpPr>
          <a:xfrm>
            <a:off x="17225526" y="1735550"/>
            <a:ext cx="334300" cy="334300"/>
            <a:chOff x="0" y="0"/>
            <a:chExt cx="445733" cy="445733"/>
          </a:xfrm>
        </p:grpSpPr>
        <p:sp>
          <p:nvSpPr>
            <p:cNvPr id="3" name="Freeform 3"/>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4" name="Group 4"/>
          <p:cNvGrpSpPr/>
          <p:nvPr/>
        </p:nvGrpSpPr>
        <p:grpSpPr>
          <a:xfrm>
            <a:off x="17284050" y="970350"/>
            <a:ext cx="217300" cy="217300"/>
            <a:chOff x="0" y="0"/>
            <a:chExt cx="289733" cy="289733"/>
          </a:xfrm>
        </p:grpSpPr>
        <p:sp>
          <p:nvSpPr>
            <p:cNvPr id="5" name="Freeform 5"/>
            <p:cNvSpPr/>
            <p:nvPr/>
          </p:nvSpPr>
          <p:spPr>
            <a:xfrm>
              <a:off x="127" y="127"/>
              <a:ext cx="289560" cy="289560"/>
            </a:xfrm>
            <a:custGeom>
              <a:avLst/>
              <a:gdLst/>
              <a:ahLst/>
              <a:cxnLst/>
              <a:rect l="l" t="t" r="r" b="b"/>
              <a:pathLst>
                <a:path w="289560" h="289560">
                  <a:moveTo>
                    <a:pt x="267081" y="23622"/>
                  </a:moveTo>
                  <a:lnTo>
                    <a:pt x="267081" y="268351"/>
                  </a:lnTo>
                  <a:lnTo>
                    <a:pt x="22352" y="268351"/>
                  </a:lnTo>
                  <a:lnTo>
                    <a:pt x="22352" y="23622"/>
                  </a:lnTo>
                  <a:close/>
                  <a:moveTo>
                    <a:pt x="0" y="0"/>
                  </a:moveTo>
                  <a:lnTo>
                    <a:pt x="0" y="289560"/>
                  </a:lnTo>
                  <a:lnTo>
                    <a:pt x="289560" y="289560"/>
                  </a:lnTo>
                  <a:lnTo>
                    <a:pt x="289560" y="0"/>
                  </a:lnTo>
                  <a:close/>
                </a:path>
              </a:pathLst>
            </a:custGeom>
            <a:solidFill>
              <a:srgbClr val="FC723F"/>
            </a:solidFill>
          </p:spPr>
          <p:txBody>
            <a:bodyPr/>
            <a:lstStyle/>
            <a:p>
              <a:endParaRPr lang="en-ID"/>
            </a:p>
          </p:txBody>
        </p:sp>
      </p:grpSp>
      <p:grpSp>
        <p:nvGrpSpPr>
          <p:cNvPr id="6" name="Group 6"/>
          <p:cNvGrpSpPr/>
          <p:nvPr/>
        </p:nvGrpSpPr>
        <p:grpSpPr>
          <a:xfrm>
            <a:off x="17708900" y="390050"/>
            <a:ext cx="311850" cy="312750"/>
            <a:chOff x="0" y="0"/>
            <a:chExt cx="415800" cy="417000"/>
          </a:xfrm>
        </p:grpSpPr>
        <p:sp>
          <p:nvSpPr>
            <p:cNvPr id="7" name="Freeform 7"/>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grpSp>
        <p:nvGrpSpPr>
          <p:cNvPr id="8" name="Group 8"/>
          <p:cNvGrpSpPr/>
          <p:nvPr/>
        </p:nvGrpSpPr>
        <p:grpSpPr>
          <a:xfrm>
            <a:off x="304420" y="9507822"/>
            <a:ext cx="190986" cy="190924"/>
            <a:chOff x="0" y="0"/>
            <a:chExt cx="254648" cy="254565"/>
          </a:xfrm>
        </p:grpSpPr>
        <p:sp>
          <p:nvSpPr>
            <p:cNvPr id="9" name="Freeform 9"/>
            <p:cNvSpPr/>
            <p:nvPr/>
          </p:nvSpPr>
          <p:spPr>
            <a:xfrm>
              <a:off x="127" y="0"/>
              <a:ext cx="254381" cy="254508"/>
            </a:xfrm>
            <a:custGeom>
              <a:avLst/>
              <a:gdLst/>
              <a:ahLst/>
              <a:cxnLst/>
              <a:rect l="l" t="t" r="r" b="b"/>
              <a:pathLst>
                <a:path w="254381" h="254508">
                  <a:moveTo>
                    <a:pt x="219202" y="36830"/>
                  </a:moveTo>
                  <a:lnTo>
                    <a:pt x="219202" y="219329"/>
                  </a:lnTo>
                  <a:lnTo>
                    <a:pt x="36703" y="219329"/>
                  </a:lnTo>
                  <a:lnTo>
                    <a:pt x="36703" y="36830"/>
                  </a:lnTo>
                  <a:close/>
                  <a:moveTo>
                    <a:pt x="0" y="0"/>
                  </a:moveTo>
                  <a:lnTo>
                    <a:pt x="0" y="254508"/>
                  </a:lnTo>
                  <a:lnTo>
                    <a:pt x="254381" y="254508"/>
                  </a:lnTo>
                  <a:lnTo>
                    <a:pt x="254381" y="0"/>
                  </a:lnTo>
                  <a:close/>
                </a:path>
              </a:pathLst>
            </a:custGeom>
            <a:solidFill>
              <a:srgbClr val="FF9973"/>
            </a:solidFill>
          </p:spPr>
          <p:txBody>
            <a:bodyPr/>
            <a:lstStyle/>
            <a:p>
              <a:endParaRPr lang="en-ID"/>
            </a:p>
          </p:txBody>
        </p:sp>
      </p:grpSp>
      <p:grpSp>
        <p:nvGrpSpPr>
          <p:cNvPr id="10" name="Group 10"/>
          <p:cNvGrpSpPr/>
          <p:nvPr/>
        </p:nvGrpSpPr>
        <p:grpSpPr>
          <a:xfrm>
            <a:off x="17782576" y="1432170"/>
            <a:ext cx="164518" cy="164518"/>
            <a:chOff x="0" y="0"/>
            <a:chExt cx="219357" cy="219357"/>
          </a:xfrm>
        </p:grpSpPr>
        <p:sp>
          <p:nvSpPr>
            <p:cNvPr id="11" name="Freeform 11"/>
            <p:cNvSpPr/>
            <p:nvPr/>
          </p:nvSpPr>
          <p:spPr>
            <a:xfrm>
              <a:off x="127" y="127"/>
              <a:ext cx="219202" cy="219202"/>
            </a:xfrm>
            <a:custGeom>
              <a:avLst/>
              <a:gdLst/>
              <a:ahLst/>
              <a:cxnLst/>
              <a:rect l="l" t="t" r="r" b="b"/>
              <a:pathLst>
                <a:path w="219202" h="219202">
                  <a:moveTo>
                    <a:pt x="0" y="0"/>
                  </a:moveTo>
                  <a:lnTo>
                    <a:pt x="0" y="219202"/>
                  </a:lnTo>
                  <a:lnTo>
                    <a:pt x="219202" y="219202"/>
                  </a:lnTo>
                  <a:lnTo>
                    <a:pt x="219202" y="0"/>
                  </a:lnTo>
                  <a:close/>
                </a:path>
              </a:pathLst>
            </a:custGeom>
            <a:solidFill>
              <a:srgbClr val="F64975"/>
            </a:solidFill>
          </p:spPr>
          <p:txBody>
            <a:bodyPr/>
            <a:lstStyle/>
            <a:p>
              <a:endParaRPr lang="en-ID"/>
            </a:p>
          </p:txBody>
        </p:sp>
      </p:grpSp>
      <p:grpSp>
        <p:nvGrpSpPr>
          <p:cNvPr id="12" name="Group 12"/>
          <p:cNvGrpSpPr/>
          <p:nvPr/>
        </p:nvGrpSpPr>
        <p:grpSpPr>
          <a:xfrm>
            <a:off x="404850" y="8803450"/>
            <a:ext cx="334300" cy="334300"/>
            <a:chOff x="0" y="0"/>
            <a:chExt cx="445733" cy="445733"/>
          </a:xfrm>
        </p:grpSpPr>
        <p:sp>
          <p:nvSpPr>
            <p:cNvPr id="13" name="Freeform 13"/>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14" name="Group 14"/>
          <p:cNvGrpSpPr/>
          <p:nvPr/>
        </p:nvGrpSpPr>
        <p:grpSpPr>
          <a:xfrm>
            <a:off x="925800" y="9507800"/>
            <a:ext cx="311850" cy="312750"/>
            <a:chOff x="0" y="0"/>
            <a:chExt cx="415800" cy="417000"/>
          </a:xfrm>
        </p:grpSpPr>
        <p:sp>
          <p:nvSpPr>
            <p:cNvPr id="15" name="Freeform 15"/>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sp>
        <p:nvSpPr>
          <p:cNvPr id="17" name="TextBox 17"/>
          <p:cNvSpPr txBox="1"/>
          <p:nvPr/>
        </p:nvSpPr>
        <p:spPr>
          <a:xfrm>
            <a:off x="763154" y="525644"/>
            <a:ext cx="6171046" cy="1065356"/>
          </a:xfrm>
          <a:prstGeom prst="rect">
            <a:avLst/>
          </a:prstGeom>
        </p:spPr>
        <p:txBody>
          <a:bodyPr wrap="square" lIns="0" tIns="0" rIns="0" bIns="0" rtlCol="0" anchor="t">
            <a:spAutoFit/>
          </a:bodyPr>
          <a:lstStyle/>
          <a:p>
            <a:pPr algn="ctr">
              <a:lnSpc>
                <a:spcPts val="8854"/>
              </a:lnSpc>
            </a:pPr>
            <a:r>
              <a:rPr lang="vi-VN" sz="6324" b="1">
                <a:solidFill>
                  <a:srgbClr val="FFFFFF"/>
                </a:solidFill>
                <a:latin typeface="Noto Sans Bold"/>
                <a:ea typeface="Noto Sans Bold"/>
                <a:cs typeface="Noto Sans Bold"/>
                <a:sym typeface="Noto Sans Bold"/>
              </a:rPr>
              <a:t>III</a:t>
            </a:r>
            <a:r>
              <a:rPr lang="en-US" sz="6324" b="1">
                <a:solidFill>
                  <a:srgbClr val="FFFFFF"/>
                </a:solidFill>
                <a:latin typeface="Noto Sans Bold"/>
                <a:ea typeface="Noto Sans Bold"/>
                <a:cs typeface="Noto Sans Bold"/>
                <a:sym typeface="Noto Sans Bold"/>
              </a:rPr>
              <a:t>. Chức năng</a:t>
            </a:r>
          </a:p>
        </p:txBody>
      </p:sp>
      <p:sp>
        <p:nvSpPr>
          <p:cNvPr id="18" name="TextBox 18"/>
          <p:cNvSpPr txBox="1"/>
          <p:nvPr/>
        </p:nvSpPr>
        <p:spPr>
          <a:xfrm>
            <a:off x="1496752" y="1866900"/>
            <a:ext cx="5056448" cy="588682"/>
          </a:xfrm>
          <a:prstGeom prst="rect">
            <a:avLst/>
          </a:prstGeom>
        </p:spPr>
        <p:txBody>
          <a:bodyPr wrap="square" lIns="0" tIns="0" rIns="0" bIns="0" rtlCol="0" anchor="t">
            <a:spAutoFit/>
          </a:bodyPr>
          <a:lstStyle/>
          <a:p>
            <a:pPr algn="ctr">
              <a:lnSpc>
                <a:spcPts val="4827"/>
              </a:lnSpc>
            </a:pPr>
            <a:r>
              <a:rPr lang="en-US" sz="3448" b="1" dirty="0" err="1">
                <a:solidFill>
                  <a:srgbClr val="FFFFFF"/>
                </a:solidFill>
                <a:latin typeface="Noto Sans Bold"/>
                <a:ea typeface="Noto Sans Bold"/>
                <a:cs typeface="Noto Sans Bold"/>
                <a:sym typeface="Noto Sans Bold"/>
              </a:rPr>
              <a:t>Chức</a:t>
            </a:r>
            <a:r>
              <a:rPr lang="en-US" sz="3448" b="1" dirty="0">
                <a:solidFill>
                  <a:srgbClr val="FFFFFF"/>
                </a:solidFill>
                <a:latin typeface="Noto Sans Bold"/>
                <a:ea typeface="Noto Sans Bold"/>
                <a:cs typeface="Noto Sans Bold"/>
                <a:sym typeface="Noto Sans Bold"/>
              </a:rPr>
              <a:t> </a:t>
            </a:r>
            <a:r>
              <a:rPr lang="en-US" sz="3448" b="1" dirty="0" err="1">
                <a:solidFill>
                  <a:srgbClr val="FFFFFF"/>
                </a:solidFill>
                <a:latin typeface="Noto Sans Bold"/>
                <a:ea typeface="Noto Sans Bold"/>
                <a:cs typeface="Noto Sans Bold"/>
                <a:sym typeface="Noto Sans Bold"/>
              </a:rPr>
              <a:t>năng</a:t>
            </a:r>
            <a:r>
              <a:rPr lang="en-US" sz="3448" b="1" dirty="0">
                <a:solidFill>
                  <a:srgbClr val="FFFFFF"/>
                </a:solidFill>
                <a:latin typeface="Noto Sans Bold"/>
                <a:ea typeface="Noto Sans Bold"/>
                <a:cs typeface="Noto Sans Bold"/>
                <a:sym typeface="Noto Sans Bold"/>
              </a:rPr>
              <a:t> </a:t>
            </a:r>
            <a:r>
              <a:rPr lang="en-US" sz="3448" b="1" dirty="0" err="1">
                <a:solidFill>
                  <a:srgbClr val="FFFFFF"/>
                </a:solidFill>
                <a:latin typeface="Noto Sans Bold"/>
                <a:ea typeface="Noto Sans Bold"/>
                <a:cs typeface="Noto Sans Bold"/>
                <a:sym typeface="Noto Sans Bold"/>
              </a:rPr>
              <a:t>của</a:t>
            </a:r>
            <a:r>
              <a:rPr lang="en-US" sz="3448" b="1" dirty="0">
                <a:solidFill>
                  <a:srgbClr val="FFFFFF"/>
                </a:solidFill>
                <a:latin typeface="Noto Sans Bold"/>
                <a:ea typeface="Noto Sans Bold"/>
                <a:cs typeface="Noto Sans Bold"/>
                <a:sym typeface="Noto Sans Bold"/>
              </a:rPr>
              <a:t> admin:</a:t>
            </a:r>
          </a:p>
        </p:txBody>
      </p:sp>
      <p:sp>
        <p:nvSpPr>
          <p:cNvPr id="19" name="Rectangle: Rounded Corners 18">
            <a:extLst>
              <a:ext uri="{FF2B5EF4-FFF2-40B4-BE49-F238E27FC236}">
                <a16:creationId xmlns:a16="http://schemas.microsoft.com/office/drawing/2014/main" id="{19CD59C0-39B2-954A-7B4E-1708D23944B9}"/>
              </a:ext>
            </a:extLst>
          </p:cNvPr>
          <p:cNvSpPr/>
          <p:nvPr/>
        </p:nvSpPr>
        <p:spPr>
          <a:xfrm>
            <a:off x="2171700" y="2889378"/>
            <a:ext cx="13944600" cy="6445122"/>
          </a:xfrm>
          <a:prstGeom prst="roundRect">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845"/>
        </a:solidFill>
        <a:effectLst/>
      </p:bgPr>
    </p:bg>
    <p:spTree>
      <p:nvGrpSpPr>
        <p:cNvPr id="1" name=""/>
        <p:cNvGrpSpPr/>
        <p:nvPr/>
      </p:nvGrpSpPr>
      <p:grpSpPr>
        <a:xfrm>
          <a:off x="0" y="0"/>
          <a:ext cx="0" cy="0"/>
          <a:chOff x="0" y="0"/>
          <a:chExt cx="0" cy="0"/>
        </a:xfrm>
      </p:grpSpPr>
      <p:grpSp>
        <p:nvGrpSpPr>
          <p:cNvPr id="2" name="Group 2"/>
          <p:cNvGrpSpPr/>
          <p:nvPr/>
        </p:nvGrpSpPr>
        <p:grpSpPr>
          <a:xfrm>
            <a:off x="17225526" y="1735550"/>
            <a:ext cx="334300" cy="334300"/>
            <a:chOff x="0" y="0"/>
            <a:chExt cx="445733" cy="445733"/>
          </a:xfrm>
        </p:grpSpPr>
        <p:sp>
          <p:nvSpPr>
            <p:cNvPr id="3" name="Freeform 3"/>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4" name="Group 4"/>
          <p:cNvGrpSpPr/>
          <p:nvPr/>
        </p:nvGrpSpPr>
        <p:grpSpPr>
          <a:xfrm>
            <a:off x="17284050" y="970350"/>
            <a:ext cx="217300" cy="217300"/>
            <a:chOff x="0" y="0"/>
            <a:chExt cx="289733" cy="289733"/>
          </a:xfrm>
        </p:grpSpPr>
        <p:sp>
          <p:nvSpPr>
            <p:cNvPr id="5" name="Freeform 5"/>
            <p:cNvSpPr/>
            <p:nvPr/>
          </p:nvSpPr>
          <p:spPr>
            <a:xfrm>
              <a:off x="127" y="127"/>
              <a:ext cx="289560" cy="289560"/>
            </a:xfrm>
            <a:custGeom>
              <a:avLst/>
              <a:gdLst/>
              <a:ahLst/>
              <a:cxnLst/>
              <a:rect l="l" t="t" r="r" b="b"/>
              <a:pathLst>
                <a:path w="289560" h="289560">
                  <a:moveTo>
                    <a:pt x="267081" y="23622"/>
                  </a:moveTo>
                  <a:lnTo>
                    <a:pt x="267081" y="268351"/>
                  </a:lnTo>
                  <a:lnTo>
                    <a:pt x="22352" y="268351"/>
                  </a:lnTo>
                  <a:lnTo>
                    <a:pt x="22352" y="23622"/>
                  </a:lnTo>
                  <a:close/>
                  <a:moveTo>
                    <a:pt x="0" y="0"/>
                  </a:moveTo>
                  <a:lnTo>
                    <a:pt x="0" y="289560"/>
                  </a:lnTo>
                  <a:lnTo>
                    <a:pt x="289560" y="289560"/>
                  </a:lnTo>
                  <a:lnTo>
                    <a:pt x="289560" y="0"/>
                  </a:lnTo>
                  <a:close/>
                </a:path>
              </a:pathLst>
            </a:custGeom>
            <a:solidFill>
              <a:srgbClr val="FC723F"/>
            </a:solidFill>
          </p:spPr>
          <p:txBody>
            <a:bodyPr/>
            <a:lstStyle/>
            <a:p>
              <a:endParaRPr lang="en-ID"/>
            </a:p>
          </p:txBody>
        </p:sp>
      </p:grpSp>
      <p:grpSp>
        <p:nvGrpSpPr>
          <p:cNvPr id="6" name="Group 6"/>
          <p:cNvGrpSpPr/>
          <p:nvPr/>
        </p:nvGrpSpPr>
        <p:grpSpPr>
          <a:xfrm>
            <a:off x="17708900" y="390050"/>
            <a:ext cx="311850" cy="312750"/>
            <a:chOff x="0" y="0"/>
            <a:chExt cx="415800" cy="417000"/>
          </a:xfrm>
        </p:grpSpPr>
        <p:sp>
          <p:nvSpPr>
            <p:cNvPr id="7" name="Freeform 7"/>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grpSp>
        <p:nvGrpSpPr>
          <p:cNvPr id="8" name="Group 8"/>
          <p:cNvGrpSpPr/>
          <p:nvPr/>
        </p:nvGrpSpPr>
        <p:grpSpPr>
          <a:xfrm>
            <a:off x="304420" y="9507822"/>
            <a:ext cx="190986" cy="190924"/>
            <a:chOff x="0" y="0"/>
            <a:chExt cx="254648" cy="254565"/>
          </a:xfrm>
        </p:grpSpPr>
        <p:sp>
          <p:nvSpPr>
            <p:cNvPr id="9" name="Freeform 9"/>
            <p:cNvSpPr/>
            <p:nvPr/>
          </p:nvSpPr>
          <p:spPr>
            <a:xfrm>
              <a:off x="127" y="0"/>
              <a:ext cx="254381" cy="254508"/>
            </a:xfrm>
            <a:custGeom>
              <a:avLst/>
              <a:gdLst/>
              <a:ahLst/>
              <a:cxnLst/>
              <a:rect l="l" t="t" r="r" b="b"/>
              <a:pathLst>
                <a:path w="254381" h="254508">
                  <a:moveTo>
                    <a:pt x="219202" y="36830"/>
                  </a:moveTo>
                  <a:lnTo>
                    <a:pt x="219202" y="219329"/>
                  </a:lnTo>
                  <a:lnTo>
                    <a:pt x="36703" y="219329"/>
                  </a:lnTo>
                  <a:lnTo>
                    <a:pt x="36703" y="36830"/>
                  </a:lnTo>
                  <a:close/>
                  <a:moveTo>
                    <a:pt x="0" y="0"/>
                  </a:moveTo>
                  <a:lnTo>
                    <a:pt x="0" y="254508"/>
                  </a:lnTo>
                  <a:lnTo>
                    <a:pt x="254381" y="254508"/>
                  </a:lnTo>
                  <a:lnTo>
                    <a:pt x="254381" y="0"/>
                  </a:lnTo>
                  <a:close/>
                </a:path>
              </a:pathLst>
            </a:custGeom>
            <a:solidFill>
              <a:srgbClr val="FF9973"/>
            </a:solidFill>
          </p:spPr>
          <p:txBody>
            <a:bodyPr/>
            <a:lstStyle/>
            <a:p>
              <a:endParaRPr lang="en-ID"/>
            </a:p>
          </p:txBody>
        </p:sp>
      </p:grpSp>
      <p:grpSp>
        <p:nvGrpSpPr>
          <p:cNvPr id="10" name="Group 10"/>
          <p:cNvGrpSpPr/>
          <p:nvPr/>
        </p:nvGrpSpPr>
        <p:grpSpPr>
          <a:xfrm>
            <a:off x="17782576" y="1432170"/>
            <a:ext cx="164518" cy="164518"/>
            <a:chOff x="0" y="0"/>
            <a:chExt cx="219357" cy="219357"/>
          </a:xfrm>
        </p:grpSpPr>
        <p:sp>
          <p:nvSpPr>
            <p:cNvPr id="11" name="Freeform 11"/>
            <p:cNvSpPr/>
            <p:nvPr/>
          </p:nvSpPr>
          <p:spPr>
            <a:xfrm>
              <a:off x="127" y="127"/>
              <a:ext cx="219202" cy="219202"/>
            </a:xfrm>
            <a:custGeom>
              <a:avLst/>
              <a:gdLst/>
              <a:ahLst/>
              <a:cxnLst/>
              <a:rect l="l" t="t" r="r" b="b"/>
              <a:pathLst>
                <a:path w="219202" h="219202">
                  <a:moveTo>
                    <a:pt x="0" y="0"/>
                  </a:moveTo>
                  <a:lnTo>
                    <a:pt x="0" y="219202"/>
                  </a:lnTo>
                  <a:lnTo>
                    <a:pt x="219202" y="219202"/>
                  </a:lnTo>
                  <a:lnTo>
                    <a:pt x="219202" y="0"/>
                  </a:lnTo>
                  <a:close/>
                </a:path>
              </a:pathLst>
            </a:custGeom>
            <a:solidFill>
              <a:srgbClr val="F64975"/>
            </a:solidFill>
          </p:spPr>
          <p:txBody>
            <a:bodyPr/>
            <a:lstStyle/>
            <a:p>
              <a:endParaRPr lang="en-ID"/>
            </a:p>
          </p:txBody>
        </p:sp>
      </p:grpSp>
      <p:grpSp>
        <p:nvGrpSpPr>
          <p:cNvPr id="12" name="Group 12"/>
          <p:cNvGrpSpPr/>
          <p:nvPr/>
        </p:nvGrpSpPr>
        <p:grpSpPr>
          <a:xfrm>
            <a:off x="404850" y="8803450"/>
            <a:ext cx="334300" cy="334300"/>
            <a:chOff x="0" y="0"/>
            <a:chExt cx="445733" cy="445733"/>
          </a:xfrm>
        </p:grpSpPr>
        <p:sp>
          <p:nvSpPr>
            <p:cNvPr id="13" name="Freeform 13"/>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14" name="Group 14"/>
          <p:cNvGrpSpPr/>
          <p:nvPr/>
        </p:nvGrpSpPr>
        <p:grpSpPr>
          <a:xfrm>
            <a:off x="925800" y="9507800"/>
            <a:ext cx="311850" cy="312750"/>
            <a:chOff x="0" y="0"/>
            <a:chExt cx="415800" cy="417000"/>
          </a:xfrm>
        </p:grpSpPr>
        <p:sp>
          <p:nvSpPr>
            <p:cNvPr id="15" name="Freeform 15"/>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sp>
        <p:nvSpPr>
          <p:cNvPr id="17" name="TextBox 17"/>
          <p:cNvSpPr txBox="1"/>
          <p:nvPr/>
        </p:nvSpPr>
        <p:spPr>
          <a:xfrm>
            <a:off x="495301" y="4067949"/>
            <a:ext cx="5600186" cy="2151102"/>
          </a:xfrm>
          <a:prstGeom prst="rect">
            <a:avLst/>
          </a:prstGeom>
        </p:spPr>
        <p:txBody>
          <a:bodyPr wrap="square" lIns="0" tIns="0" rIns="0" bIns="0" rtlCol="0" anchor="t">
            <a:spAutoFit/>
          </a:bodyPr>
          <a:lstStyle/>
          <a:p>
            <a:pPr algn="ctr">
              <a:lnSpc>
                <a:spcPts val="8727"/>
              </a:lnSpc>
            </a:pPr>
            <a:r>
              <a:rPr lang="vi-VN" sz="6000" b="1" dirty="0">
                <a:solidFill>
                  <a:srgbClr val="FFFFFF"/>
                </a:solidFill>
                <a:latin typeface="Noto Sans Bold"/>
                <a:ea typeface="Noto Sans Bold"/>
                <a:cs typeface="Noto Sans Bold"/>
                <a:sym typeface="Noto Sans Bold"/>
              </a:rPr>
              <a:t>IV</a:t>
            </a:r>
            <a:r>
              <a:rPr lang="en-US" sz="6000" b="1" dirty="0">
                <a:solidFill>
                  <a:srgbClr val="FFFFFF"/>
                </a:solidFill>
                <a:latin typeface="Noto Sans Bold"/>
                <a:ea typeface="Noto Sans Bold"/>
                <a:cs typeface="Noto Sans Bold"/>
                <a:sym typeface="Noto Sans Bold"/>
              </a:rPr>
              <a:t>. </a:t>
            </a:r>
            <a:r>
              <a:rPr lang="en-US" sz="6000" b="1" dirty="0" err="1">
                <a:solidFill>
                  <a:srgbClr val="FFFFFF"/>
                </a:solidFill>
                <a:latin typeface="Noto Sans Bold"/>
                <a:ea typeface="Noto Sans Bold"/>
                <a:cs typeface="Noto Sans Bold"/>
                <a:sym typeface="Noto Sans Bold"/>
              </a:rPr>
              <a:t>Thiết</a:t>
            </a:r>
            <a:r>
              <a:rPr lang="en-US" sz="6000" b="1" dirty="0">
                <a:solidFill>
                  <a:srgbClr val="FFFFFF"/>
                </a:solidFill>
                <a:latin typeface="Noto Sans Bold"/>
                <a:ea typeface="Noto Sans Bold"/>
                <a:cs typeface="Noto Sans Bold"/>
                <a:sym typeface="Noto Sans Bold"/>
              </a:rPr>
              <a:t> </a:t>
            </a:r>
            <a:r>
              <a:rPr lang="en-US" sz="6000" b="1" dirty="0" err="1">
                <a:solidFill>
                  <a:srgbClr val="FFFFFF"/>
                </a:solidFill>
                <a:latin typeface="Noto Sans Bold"/>
                <a:ea typeface="Noto Sans Bold"/>
                <a:cs typeface="Noto Sans Bold"/>
                <a:sym typeface="Noto Sans Bold"/>
              </a:rPr>
              <a:t>kế</a:t>
            </a:r>
            <a:r>
              <a:rPr lang="en-US" sz="6000" b="1" dirty="0">
                <a:solidFill>
                  <a:srgbClr val="FFFFFF"/>
                </a:solidFill>
                <a:latin typeface="Noto Sans Bold"/>
                <a:ea typeface="Noto Sans Bold"/>
                <a:cs typeface="Noto Sans Bold"/>
                <a:sym typeface="Noto Sans Bold"/>
              </a:rPr>
              <a:t> </a:t>
            </a:r>
            <a:endParaRPr lang="vi-VN" sz="6000" b="1" dirty="0">
              <a:solidFill>
                <a:srgbClr val="FFFFFF"/>
              </a:solidFill>
              <a:latin typeface="Noto Sans Bold"/>
              <a:ea typeface="Noto Sans Bold"/>
              <a:cs typeface="Noto Sans Bold"/>
              <a:sym typeface="Noto Sans Bold"/>
            </a:endParaRPr>
          </a:p>
          <a:p>
            <a:pPr algn="ctr">
              <a:lnSpc>
                <a:spcPts val="8727"/>
              </a:lnSpc>
            </a:pPr>
            <a:r>
              <a:rPr lang="en-US" sz="6000" b="1" dirty="0" err="1">
                <a:solidFill>
                  <a:srgbClr val="FFFFFF"/>
                </a:solidFill>
                <a:latin typeface="Noto Sans Bold"/>
                <a:ea typeface="Noto Sans Bold"/>
                <a:cs typeface="Noto Sans Bold"/>
                <a:sym typeface="Noto Sans Bold"/>
              </a:rPr>
              <a:t>cơ</a:t>
            </a:r>
            <a:r>
              <a:rPr lang="en-US" sz="6000" b="1" dirty="0">
                <a:solidFill>
                  <a:srgbClr val="FFFFFF"/>
                </a:solidFill>
                <a:latin typeface="Noto Sans Bold"/>
                <a:ea typeface="Noto Sans Bold"/>
                <a:cs typeface="Noto Sans Bold"/>
                <a:sym typeface="Noto Sans Bold"/>
              </a:rPr>
              <a:t> </a:t>
            </a:r>
            <a:r>
              <a:rPr lang="en-US" sz="6000" b="1" dirty="0" err="1">
                <a:solidFill>
                  <a:srgbClr val="FFFFFF"/>
                </a:solidFill>
                <a:latin typeface="Noto Sans Bold"/>
                <a:ea typeface="Noto Sans Bold"/>
                <a:cs typeface="Noto Sans Bold"/>
                <a:sym typeface="Noto Sans Bold"/>
              </a:rPr>
              <a:t>sở</a:t>
            </a:r>
            <a:endParaRPr lang="en-US" sz="6000" b="1" dirty="0">
              <a:solidFill>
                <a:srgbClr val="FFFFFF"/>
              </a:solidFill>
              <a:latin typeface="Noto Sans Bold"/>
              <a:ea typeface="Noto Sans Bold"/>
              <a:cs typeface="Noto Sans Bold"/>
              <a:sym typeface="Noto Sans Bold"/>
            </a:endParaRPr>
          </a:p>
        </p:txBody>
      </p:sp>
      <p:pic>
        <p:nvPicPr>
          <p:cNvPr id="19" name="Picture 18">
            <a:extLst>
              <a:ext uri="{FF2B5EF4-FFF2-40B4-BE49-F238E27FC236}">
                <a16:creationId xmlns:a16="http://schemas.microsoft.com/office/drawing/2014/main" id="{2E83AA3A-6F03-0DF6-E929-3E9E34CFD2A5}"/>
              </a:ext>
            </a:extLst>
          </p:cNvPr>
          <p:cNvPicPr>
            <a:picLocks noChangeAspect="1"/>
          </p:cNvPicPr>
          <p:nvPr/>
        </p:nvPicPr>
        <p:blipFill>
          <a:blip r:embed="rId3"/>
          <a:stretch>
            <a:fillRect/>
          </a:stretch>
        </p:blipFill>
        <p:spPr>
          <a:xfrm>
            <a:off x="7370445" y="768338"/>
            <a:ext cx="9855081" cy="8930365"/>
          </a:xfrm>
          <a:prstGeom prst="roundRect">
            <a:avLst>
              <a:gd name="adj" fmla="val 6044"/>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845"/>
        </a:solidFill>
        <a:effectLst/>
      </p:bgPr>
    </p:bg>
    <p:spTree>
      <p:nvGrpSpPr>
        <p:cNvPr id="1" name=""/>
        <p:cNvGrpSpPr/>
        <p:nvPr/>
      </p:nvGrpSpPr>
      <p:grpSpPr>
        <a:xfrm>
          <a:off x="0" y="0"/>
          <a:ext cx="0" cy="0"/>
          <a:chOff x="0" y="0"/>
          <a:chExt cx="0" cy="0"/>
        </a:xfrm>
      </p:grpSpPr>
      <p:grpSp>
        <p:nvGrpSpPr>
          <p:cNvPr id="2" name="Group 2"/>
          <p:cNvGrpSpPr/>
          <p:nvPr/>
        </p:nvGrpSpPr>
        <p:grpSpPr>
          <a:xfrm>
            <a:off x="17225526" y="1735550"/>
            <a:ext cx="334300" cy="334300"/>
            <a:chOff x="0" y="0"/>
            <a:chExt cx="445733" cy="445733"/>
          </a:xfrm>
        </p:grpSpPr>
        <p:sp>
          <p:nvSpPr>
            <p:cNvPr id="3" name="Freeform 3"/>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4" name="Group 4"/>
          <p:cNvGrpSpPr/>
          <p:nvPr/>
        </p:nvGrpSpPr>
        <p:grpSpPr>
          <a:xfrm>
            <a:off x="17284050" y="970350"/>
            <a:ext cx="217300" cy="217300"/>
            <a:chOff x="0" y="0"/>
            <a:chExt cx="289733" cy="289733"/>
          </a:xfrm>
        </p:grpSpPr>
        <p:sp>
          <p:nvSpPr>
            <p:cNvPr id="5" name="Freeform 5"/>
            <p:cNvSpPr/>
            <p:nvPr/>
          </p:nvSpPr>
          <p:spPr>
            <a:xfrm>
              <a:off x="127" y="127"/>
              <a:ext cx="289560" cy="289560"/>
            </a:xfrm>
            <a:custGeom>
              <a:avLst/>
              <a:gdLst/>
              <a:ahLst/>
              <a:cxnLst/>
              <a:rect l="l" t="t" r="r" b="b"/>
              <a:pathLst>
                <a:path w="289560" h="289560">
                  <a:moveTo>
                    <a:pt x="267081" y="23622"/>
                  </a:moveTo>
                  <a:lnTo>
                    <a:pt x="267081" y="268351"/>
                  </a:lnTo>
                  <a:lnTo>
                    <a:pt x="22352" y="268351"/>
                  </a:lnTo>
                  <a:lnTo>
                    <a:pt x="22352" y="23622"/>
                  </a:lnTo>
                  <a:close/>
                  <a:moveTo>
                    <a:pt x="0" y="0"/>
                  </a:moveTo>
                  <a:lnTo>
                    <a:pt x="0" y="289560"/>
                  </a:lnTo>
                  <a:lnTo>
                    <a:pt x="289560" y="289560"/>
                  </a:lnTo>
                  <a:lnTo>
                    <a:pt x="289560" y="0"/>
                  </a:lnTo>
                  <a:close/>
                </a:path>
              </a:pathLst>
            </a:custGeom>
            <a:solidFill>
              <a:srgbClr val="FC723F"/>
            </a:solidFill>
          </p:spPr>
          <p:txBody>
            <a:bodyPr/>
            <a:lstStyle/>
            <a:p>
              <a:endParaRPr lang="en-ID"/>
            </a:p>
          </p:txBody>
        </p:sp>
      </p:grpSp>
      <p:grpSp>
        <p:nvGrpSpPr>
          <p:cNvPr id="6" name="Group 6"/>
          <p:cNvGrpSpPr/>
          <p:nvPr/>
        </p:nvGrpSpPr>
        <p:grpSpPr>
          <a:xfrm>
            <a:off x="17708900" y="390050"/>
            <a:ext cx="311850" cy="312750"/>
            <a:chOff x="0" y="0"/>
            <a:chExt cx="415800" cy="417000"/>
          </a:xfrm>
        </p:grpSpPr>
        <p:sp>
          <p:nvSpPr>
            <p:cNvPr id="7" name="Freeform 7"/>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grpSp>
        <p:nvGrpSpPr>
          <p:cNvPr id="8" name="Group 8"/>
          <p:cNvGrpSpPr/>
          <p:nvPr/>
        </p:nvGrpSpPr>
        <p:grpSpPr>
          <a:xfrm>
            <a:off x="304420" y="9507822"/>
            <a:ext cx="190986" cy="190924"/>
            <a:chOff x="0" y="0"/>
            <a:chExt cx="254648" cy="254565"/>
          </a:xfrm>
        </p:grpSpPr>
        <p:sp>
          <p:nvSpPr>
            <p:cNvPr id="9" name="Freeform 9"/>
            <p:cNvSpPr/>
            <p:nvPr/>
          </p:nvSpPr>
          <p:spPr>
            <a:xfrm>
              <a:off x="127" y="0"/>
              <a:ext cx="254381" cy="254508"/>
            </a:xfrm>
            <a:custGeom>
              <a:avLst/>
              <a:gdLst/>
              <a:ahLst/>
              <a:cxnLst/>
              <a:rect l="l" t="t" r="r" b="b"/>
              <a:pathLst>
                <a:path w="254381" h="254508">
                  <a:moveTo>
                    <a:pt x="219202" y="36830"/>
                  </a:moveTo>
                  <a:lnTo>
                    <a:pt x="219202" y="219329"/>
                  </a:lnTo>
                  <a:lnTo>
                    <a:pt x="36703" y="219329"/>
                  </a:lnTo>
                  <a:lnTo>
                    <a:pt x="36703" y="36830"/>
                  </a:lnTo>
                  <a:close/>
                  <a:moveTo>
                    <a:pt x="0" y="0"/>
                  </a:moveTo>
                  <a:lnTo>
                    <a:pt x="0" y="254508"/>
                  </a:lnTo>
                  <a:lnTo>
                    <a:pt x="254381" y="254508"/>
                  </a:lnTo>
                  <a:lnTo>
                    <a:pt x="254381" y="0"/>
                  </a:lnTo>
                  <a:close/>
                </a:path>
              </a:pathLst>
            </a:custGeom>
            <a:solidFill>
              <a:srgbClr val="FF9973"/>
            </a:solidFill>
          </p:spPr>
          <p:txBody>
            <a:bodyPr/>
            <a:lstStyle/>
            <a:p>
              <a:endParaRPr lang="en-ID"/>
            </a:p>
          </p:txBody>
        </p:sp>
      </p:grpSp>
      <p:grpSp>
        <p:nvGrpSpPr>
          <p:cNvPr id="10" name="Group 10"/>
          <p:cNvGrpSpPr/>
          <p:nvPr/>
        </p:nvGrpSpPr>
        <p:grpSpPr>
          <a:xfrm>
            <a:off x="17782576" y="1432170"/>
            <a:ext cx="164518" cy="164518"/>
            <a:chOff x="0" y="0"/>
            <a:chExt cx="219357" cy="219357"/>
          </a:xfrm>
        </p:grpSpPr>
        <p:sp>
          <p:nvSpPr>
            <p:cNvPr id="11" name="Freeform 11"/>
            <p:cNvSpPr/>
            <p:nvPr/>
          </p:nvSpPr>
          <p:spPr>
            <a:xfrm>
              <a:off x="127" y="127"/>
              <a:ext cx="219202" cy="219202"/>
            </a:xfrm>
            <a:custGeom>
              <a:avLst/>
              <a:gdLst/>
              <a:ahLst/>
              <a:cxnLst/>
              <a:rect l="l" t="t" r="r" b="b"/>
              <a:pathLst>
                <a:path w="219202" h="219202">
                  <a:moveTo>
                    <a:pt x="0" y="0"/>
                  </a:moveTo>
                  <a:lnTo>
                    <a:pt x="0" y="219202"/>
                  </a:lnTo>
                  <a:lnTo>
                    <a:pt x="219202" y="219202"/>
                  </a:lnTo>
                  <a:lnTo>
                    <a:pt x="219202" y="0"/>
                  </a:lnTo>
                  <a:close/>
                </a:path>
              </a:pathLst>
            </a:custGeom>
            <a:solidFill>
              <a:srgbClr val="F64975"/>
            </a:solidFill>
          </p:spPr>
          <p:txBody>
            <a:bodyPr/>
            <a:lstStyle/>
            <a:p>
              <a:endParaRPr lang="en-ID"/>
            </a:p>
          </p:txBody>
        </p:sp>
      </p:grpSp>
      <p:grpSp>
        <p:nvGrpSpPr>
          <p:cNvPr id="12" name="Group 12"/>
          <p:cNvGrpSpPr/>
          <p:nvPr/>
        </p:nvGrpSpPr>
        <p:grpSpPr>
          <a:xfrm>
            <a:off x="404850" y="8803450"/>
            <a:ext cx="334300" cy="334300"/>
            <a:chOff x="0" y="0"/>
            <a:chExt cx="445733" cy="445733"/>
          </a:xfrm>
        </p:grpSpPr>
        <p:sp>
          <p:nvSpPr>
            <p:cNvPr id="13" name="Freeform 13"/>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14" name="Group 14"/>
          <p:cNvGrpSpPr/>
          <p:nvPr/>
        </p:nvGrpSpPr>
        <p:grpSpPr>
          <a:xfrm>
            <a:off x="925800" y="9507800"/>
            <a:ext cx="311850" cy="312750"/>
            <a:chOff x="0" y="0"/>
            <a:chExt cx="415800" cy="417000"/>
          </a:xfrm>
        </p:grpSpPr>
        <p:sp>
          <p:nvSpPr>
            <p:cNvPr id="15" name="Freeform 15"/>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sp>
        <p:nvSpPr>
          <p:cNvPr id="17" name="TextBox 17"/>
          <p:cNvSpPr txBox="1"/>
          <p:nvPr/>
        </p:nvSpPr>
        <p:spPr>
          <a:xfrm>
            <a:off x="451840" y="3810846"/>
            <a:ext cx="4953000" cy="817981"/>
          </a:xfrm>
          <a:prstGeom prst="rect">
            <a:avLst/>
          </a:prstGeom>
        </p:spPr>
        <p:txBody>
          <a:bodyPr wrap="square" lIns="0" tIns="0" rIns="0" bIns="0" rtlCol="0" anchor="t">
            <a:spAutoFit/>
          </a:bodyPr>
          <a:lstStyle/>
          <a:p>
            <a:pPr algn="ctr">
              <a:lnSpc>
                <a:spcPts val="7279"/>
              </a:lnSpc>
            </a:pPr>
            <a:r>
              <a:rPr lang="vi-VN" sz="3500" b="1" dirty="0">
                <a:solidFill>
                  <a:srgbClr val="FFFFFF"/>
                </a:solidFill>
                <a:latin typeface="Noto Sans Bold"/>
                <a:ea typeface="Noto Sans Bold"/>
                <a:cs typeface="Noto Sans Bold"/>
                <a:sym typeface="Noto Sans Bold"/>
              </a:rPr>
              <a:t>1. </a:t>
            </a:r>
            <a:r>
              <a:rPr lang="en-US" sz="3500" b="1" dirty="0">
                <a:solidFill>
                  <a:srgbClr val="FFFFFF"/>
                </a:solidFill>
                <a:latin typeface="Noto Sans Bold"/>
                <a:ea typeface="Noto Sans Bold"/>
                <a:cs typeface="Noto Sans Bold"/>
                <a:sym typeface="Noto Sans Bold"/>
              </a:rPr>
              <a:t>Class </a:t>
            </a:r>
            <a:r>
              <a:rPr lang="en-US" sz="3500" b="1" dirty="0" err="1">
                <a:solidFill>
                  <a:srgbClr val="FFFFFF"/>
                </a:solidFill>
                <a:latin typeface="Noto Sans Bold"/>
                <a:ea typeface="Noto Sans Bold"/>
                <a:cs typeface="Noto Sans Bold"/>
                <a:sym typeface="Noto Sans Bold"/>
              </a:rPr>
              <a:t>thong_tin_xe</a:t>
            </a:r>
            <a:endParaRPr lang="en-US" sz="3500" b="1" dirty="0">
              <a:solidFill>
                <a:srgbClr val="FFFFFF"/>
              </a:solidFill>
              <a:latin typeface="Noto Sans Bold"/>
              <a:ea typeface="Noto Sans Bold"/>
              <a:cs typeface="Noto Sans Bold"/>
              <a:sym typeface="Noto Sans Bold"/>
            </a:endParaRPr>
          </a:p>
        </p:txBody>
      </p:sp>
      <p:pic>
        <p:nvPicPr>
          <p:cNvPr id="18" name="Graphic 17" descr="Convertible with solid fill">
            <a:extLst>
              <a:ext uri="{FF2B5EF4-FFF2-40B4-BE49-F238E27FC236}">
                <a16:creationId xmlns:a16="http://schemas.microsoft.com/office/drawing/2014/main" id="{40315835-960C-B2FB-CB22-E2BD16E4AF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77107" y="4581917"/>
            <a:ext cx="1295400" cy="1295400"/>
          </a:xfrm>
          <a:prstGeom prst="rect">
            <a:avLst/>
          </a:prstGeom>
        </p:spPr>
      </p:pic>
      <p:pic>
        <p:nvPicPr>
          <p:cNvPr id="22" name="Picture 21">
            <a:extLst>
              <a:ext uri="{FF2B5EF4-FFF2-40B4-BE49-F238E27FC236}">
                <a16:creationId xmlns:a16="http://schemas.microsoft.com/office/drawing/2014/main" id="{81ECE55B-1D7E-AA3F-5CA3-068BA88E8DEF}"/>
              </a:ext>
            </a:extLst>
          </p:cNvPr>
          <p:cNvPicPr>
            <a:picLocks noChangeAspect="1"/>
          </p:cNvPicPr>
          <p:nvPr/>
        </p:nvPicPr>
        <p:blipFill>
          <a:blip r:embed="rId5">
            <a:extLst>
              <a:ext uri="{28A0092B-C50C-407E-A947-70E740481C1C}">
                <a14:useLocalDpi xmlns:a14="http://schemas.microsoft.com/office/drawing/2010/main" val="0"/>
              </a:ext>
            </a:extLst>
          </a:blip>
          <a:srcRect l="9093" r="8772"/>
          <a:stretch/>
        </p:blipFill>
        <p:spPr>
          <a:xfrm>
            <a:off x="7086600" y="741133"/>
            <a:ext cx="10622300" cy="8976968"/>
          </a:xfrm>
          <a:prstGeom prst="roundRect">
            <a:avLst>
              <a:gd name="adj" fmla="val 688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845"/>
        </a:solidFill>
        <a:effectLst/>
      </p:bgPr>
    </p:bg>
    <p:spTree>
      <p:nvGrpSpPr>
        <p:cNvPr id="1" name=""/>
        <p:cNvGrpSpPr/>
        <p:nvPr/>
      </p:nvGrpSpPr>
      <p:grpSpPr>
        <a:xfrm>
          <a:off x="0" y="0"/>
          <a:ext cx="0" cy="0"/>
          <a:chOff x="0" y="0"/>
          <a:chExt cx="0" cy="0"/>
        </a:xfrm>
      </p:grpSpPr>
      <p:grpSp>
        <p:nvGrpSpPr>
          <p:cNvPr id="2" name="Group 2"/>
          <p:cNvGrpSpPr/>
          <p:nvPr/>
        </p:nvGrpSpPr>
        <p:grpSpPr>
          <a:xfrm>
            <a:off x="17225526" y="1735550"/>
            <a:ext cx="334300" cy="334300"/>
            <a:chOff x="0" y="0"/>
            <a:chExt cx="445733" cy="445733"/>
          </a:xfrm>
        </p:grpSpPr>
        <p:sp>
          <p:nvSpPr>
            <p:cNvPr id="3" name="Freeform 3"/>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4" name="Group 4"/>
          <p:cNvGrpSpPr/>
          <p:nvPr/>
        </p:nvGrpSpPr>
        <p:grpSpPr>
          <a:xfrm>
            <a:off x="17284050" y="970350"/>
            <a:ext cx="217300" cy="217300"/>
            <a:chOff x="0" y="0"/>
            <a:chExt cx="289733" cy="289733"/>
          </a:xfrm>
        </p:grpSpPr>
        <p:sp>
          <p:nvSpPr>
            <p:cNvPr id="5" name="Freeform 5"/>
            <p:cNvSpPr/>
            <p:nvPr/>
          </p:nvSpPr>
          <p:spPr>
            <a:xfrm>
              <a:off x="127" y="127"/>
              <a:ext cx="289560" cy="289560"/>
            </a:xfrm>
            <a:custGeom>
              <a:avLst/>
              <a:gdLst/>
              <a:ahLst/>
              <a:cxnLst/>
              <a:rect l="l" t="t" r="r" b="b"/>
              <a:pathLst>
                <a:path w="289560" h="289560">
                  <a:moveTo>
                    <a:pt x="267081" y="23622"/>
                  </a:moveTo>
                  <a:lnTo>
                    <a:pt x="267081" y="268351"/>
                  </a:lnTo>
                  <a:lnTo>
                    <a:pt x="22352" y="268351"/>
                  </a:lnTo>
                  <a:lnTo>
                    <a:pt x="22352" y="23622"/>
                  </a:lnTo>
                  <a:close/>
                  <a:moveTo>
                    <a:pt x="0" y="0"/>
                  </a:moveTo>
                  <a:lnTo>
                    <a:pt x="0" y="289560"/>
                  </a:lnTo>
                  <a:lnTo>
                    <a:pt x="289560" y="289560"/>
                  </a:lnTo>
                  <a:lnTo>
                    <a:pt x="289560" y="0"/>
                  </a:lnTo>
                  <a:close/>
                </a:path>
              </a:pathLst>
            </a:custGeom>
            <a:solidFill>
              <a:srgbClr val="FC723F"/>
            </a:solidFill>
          </p:spPr>
          <p:txBody>
            <a:bodyPr/>
            <a:lstStyle/>
            <a:p>
              <a:endParaRPr lang="en-ID"/>
            </a:p>
          </p:txBody>
        </p:sp>
      </p:grpSp>
      <p:grpSp>
        <p:nvGrpSpPr>
          <p:cNvPr id="6" name="Group 6"/>
          <p:cNvGrpSpPr/>
          <p:nvPr/>
        </p:nvGrpSpPr>
        <p:grpSpPr>
          <a:xfrm>
            <a:off x="17708900" y="390050"/>
            <a:ext cx="311850" cy="312750"/>
            <a:chOff x="0" y="0"/>
            <a:chExt cx="415800" cy="417000"/>
          </a:xfrm>
        </p:grpSpPr>
        <p:sp>
          <p:nvSpPr>
            <p:cNvPr id="7" name="Freeform 7"/>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grpSp>
        <p:nvGrpSpPr>
          <p:cNvPr id="8" name="Group 8"/>
          <p:cNvGrpSpPr/>
          <p:nvPr/>
        </p:nvGrpSpPr>
        <p:grpSpPr>
          <a:xfrm>
            <a:off x="304420" y="9507822"/>
            <a:ext cx="190986" cy="190924"/>
            <a:chOff x="0" y="0"/>
            <a:chExt cx="254648" cy="254565"/>
          </a:xfrm>
        </p:grpSpPr>
        <p:sp>
          <p:nvSpPr>
            <p:cNvPr id="9" name="Freeform 9"/>
            <p:cNvSpPr/>
            <p:nvPr/>
          </p:nvSpPr>
          <p:spPr>
            <a:xfrm>
              <a:off x="127" y="0"/>
              <a:ext cx="254381" cy="254508"/>
            </a:xfrm>
            <a:custGeom>
              <a:avLst/>
              <a:gdLst/>
              <a:ahLst/>
              <a:cxnLst/>
              <a:rect l="l" t="t" r="r" b="b"/>
              <a:pathLst>
                <a:path w="254381" h="254508">
                  <a:moveTo>
                    <a:pt x="219202" y="36830"/>
                  </a:moveTo>
                  <a:lnTo>
                    <a:pt x="219202" y="219329"/>
                  </a:lnTo>
                  <a:lnTo>
                    <a:pt x="36703" y="219329"/>
                  </a:lnTo>
                  <a:lnTo>
                    <a:pt x="36703" y="36830"/>
                  </a:lnTo>
                  <a:close/>
                  <a:moveTo>
                    <a:pt x="0" y="0"/>
                  </a:moveTo>
                  <a:lnTo>
                    <a:pt x="0" y="254508"/>
                  </a:lnTo>
                  <a:lnTo>
                    <a:pt x="254381" y="254508"/>
                  </a:lnTo>
                  <a:lnTo>
                    <a:pt x="254381" y="0"/>
                  </a:lnTo>
                  <a:close/>
                </a:path>
              </a:pathLst>
            </a:custGeom>
            <a:solidFill>
              <a:srgbClr val="FF9973"/>
            </a:solidFill>
          </p:spPr>
          <p:txBody>
            <a:bodyPr/>
            <a:lstStyle/>
            <a:p>
              <a:endParaRPr lang="en-ID"/>
            </a:p>
          </p:txBody>
        </p:sp>
      </p:grpSp>
      <p:grpSp>
        <p:nvGrpSpPr>
          <p:cNvPr id="10" name="Group 10"/>
          <p:cNvGrpSpPr/>
          <p:nvPr/>
        </p:nvGrpSpPr>
        <p:grpSpPr>
          <a:xfrm>
            <a:off x="17782576" y="1432170"/>
            <a:ext cx="164518" cy="164518"/>
            <a:chOff x="0" y="0"/>
            <a:chExt cx="219357" cy="219357"/>
          </a:xfrm>
        </p:grpSpPr>
        <p:sp>
          <p:nvSpPr>
            <p:cNvPr id="11" name="Freeform 11"/>
            <p:cNvSpPr/>
            <p:nvPr/>
          </p:nvSpPr>
          <p:spPr>
            <a:xfrm>
              <a:off x="127" y="127"/>
              <a:ext cx="219202" cy="219202"/>
            </a:xfrm>
            <a:custGeom>
              <a:avLst/>
              <a:gdLst/>
              <a:ahLst/>
              <a:cxnLst/>
              <a:rect l="l" t="t" r="r" b="b"/>
              <a:pathLst>
                <a:path w="219202" h="219202">
                  <a:moveTo>
                    <a:pt x="0" y="0"/>
                  </a:moveTo>
                  <a:lnTo>
                    <a:pt x="0" y="219202"/>
                  </a:lnTo>
                  <a:lnTo>
                    <a:pt x="219202" y="219202"/>
                  </a:lnTo>
                  <a:lnTo>
                    <a:pt x="219202" y="0"/>
                  </a:lnTo>
                  <a:close/>
                </a:path>
              </a:pathLst>
            </a:custGeom>
            <a:solidFill>
              <a:srgbClr val="F64975"/>
            </a:solidFill>
          </p:spPr>
          <p:txBody>
            <a:bodyPr/>
            <a:lstStyle/>
            <a:p>
              <a:endParaRPr lang="en-ID"/>
            </a:p>
          </p:txBody>
        </p:sp>
      </p:grpSp>
      <p:sp>
        <p:nvSpPr>
          <p:cNvPr id="13" name="TextBox 13"/>
          <p:cNvSpPr txBox="1"/>
          <p:nvPr/>
        </p:nvSpPr>
        <p:spPr>
          <a:xfrm>
            <a:off x="786685" y="4201109"/>
            <a:ext cx="5461571" cy="817981"/>
          </a:xfrm>
          <a:prstGeom prst="rect">
            <a:avLst/>
          </a:prstGeom>
        </p:spPr>
        <p:txBody>
          <a:bodyPr lIns="0" tIns="0" rIns="0" bIns="0" rtlCol="0" anchor="t">
            <a:spAutoFit/>
          </a:bodyPr>
          <a:lstStyle/>
          <a:p>
            <a:pPr algn="ctr">
              <a:lnSpc>
                <a:spcPts val="7279"/>
              </a:lnSpc>
            </a:pPr>
            <a:r>
              <a:rPr lang="vi-VN" sz="3500" b="1" dirty="0">
                <a:solidFill>
                  <a:srgbClr val="FFFFFF"/>
                </a:solidFill>
                <a:latin typeface="Noto Sans Bold"/>
                <a:ea typeface="Noto Sans Bold"/>
                <a:cs typeface="Noto Sans Bold"/>
                <a:sym typeface="Noto Sans Bold"/>
              </a:rPr>
              <a:t>2. </a:t>
            </a:r>
            <a:r>
              <a:rPr lang="en-US" sz="3500" b="1" dirty="0">
                <a:solidFill>
                  <a:srgbClr val="FFFFFF"/>
                </a:solidFill>
                <a:latin typeface="Noto Sans Bold"/>
                <a:ea typeface="Noto Sans Bold"/>
                <a:cs typeface="Noto Sans Bold"/>
                <a:sym typeface="Noto Sans Bold"/>
              </a:rPr>
              <a:t>Class </a:t>
            </a:r>
            <a:r>
              <a:rPr lang="en-US" sz="3500" b="1" dirty="0" err="1">
                <a:solidFill>
                  <a:srgbClr val="FFFFFF"/>
                </a:solidFill>
                <a:latin typeface="Noto Sans Bold"/>
                <a:ea typeface="Noto Sans Bold"/>
                <a:cs typeface="Noto Sans Bold"/>
                <a:sym typeface="Noto Sans Bold"/>
              </a:rPr>
              <a:t>thong_tin_nguoi</a:t>
            </a:r>
            <a:endParaRPr lang="en-US" sz="3500" b="1" dirty="0">
              <a:solidFill>
                <a:srgbClr val="FFFFFF"/>
              </a:solidFill>
              <a:latin typeface="Noto Sans Bold"/>
              <a:ea typeface="Noto Sans Bold"/>
              <a:cs typeface="Noto Sans Bold"/>
              <a:sym typeface="Noto Sans Bold"/>
            </a:endParaRPr>
          </a:p>
        </p:txBody>
      </p:sp>
      <p:grpSp>
        <p:nvGrpSpPr>
          <p:cNvPr id="14" name="Group 8">
            <a:extLst>
              <a:ext uri="{FF2B5EF4-FFF2-40B4-BE49-F238E27FC236}">
                <a16:creationId xmlns:a16="http://schemas.microsoft.com/office/drawing/2014/main" id="{56C8D871-5AE7-FD47-2BC6-D4897913ACC7}"/>
              </a:ext>
            </a:extLst>
          </p:cNvPr>
          <p:cNvGrpSpPr/>
          <p:nvPr/>
        </p:nvGrpSpPr>
        <p:grpSpPr>
          <a:xfrm>
            <a:off x="304420" y="9507822"/>
            <a:ext cx="190986" cy="190924"/>
            <a:chOff x="0" y="0"/>
            <a:chExt cx="254648" cy="254565"/>
          </a:xfrm>
        </p:grpSpPr>
        <p:sp>
          <p:nvSpPr>
            <p:cNvPr id="15" name="Freeform 9">
              <a:extLst>
                <a:ext uri="{FF2B5EF4-FFF2-40B4-BE49-F238E27FC236}">
                  <a16:creationId xmlns:a16="http://schemas.microsoft.com/office/drawing/2014/main" id="{AC2EFE4F-ACA3-0EB7-97B1-7ED7A32D2404}"/>
                </a:ext>
              </a:extLst>
            </p:cNvPr>
            <p:cNvSpPr/>
            <p:nvPr/>
          </p:nvSpPr>
          <p:spPr>
            <a:xfrm>
              <a:off x="127" y="0"/>
              <a:ext cx="254381" cy="254508"/>
            </a:xfrm>
            <a:custGeom>
              <a:avLst/>
              <a:gdLst/>
              <a:ahLst/>
              <a:cxnLst/>
              <a:rect l="l" t="t" r="r" b="b"/>
              <a:pathLst>
                <a:path w="254381" h="254508">
                  <a:moveTo>
                    <a:pt x="219202" y="36830"/>
                  </a:moveTo>
                  <a:lnTo>
                    <a:pt x="219202" y="219329"/>
                  </a:lnTo>
                  <a:lnTo>
                    <a:pt x="36703" y="219329"/>
                  </a:lnTo>
                  <a:lnTo>
                    <a:pt x="36703" y="36830"/>
                  </a:lnTo>
                  <a:close/>
                  <a:moveTo>
                    <a:pt x="0" y="0"/>
                  </a:moveTo>
                  <a:lnTo>
                    <a:pt x="0" y="254508"/>
                  </a:lnTo>
                  <a:lnTo>
                    <a:pt x="254381" y="254508"/>
                  </a:lnTo>
                  <a:lnTo>
                    <a:pt x="254381" y="0"/>
                  </a:lnTo>
                  <a:close/>
                </a:path>
              </a:pathLst>
            </a:custGeom>
            <a:solidFill>
              <a:srgbClr val="FF9973"/>
            </a:solidFill>
          </p:spPr>
          <p:txBody>
            <a:bodyPr/>
            <a:lstStyle/>
            <a:p>
              <a:endParaRPr lang="en-ID"/>
            </a:p>
          </p:txBody>
        </p:sp>
      </p:grpSp>
      <p:grpSp>
        <p:nvGrpSpPr>
          <p:cNvPr id="16" name="Group 12">
            <a:extLst>
              <a:ext uri="{FF2B5EF4-FFF2-40B4-BE49-F238E27FC236}">
                <a16:creationId xmlns:a16="http://schemas.microsoft.com/office/drawing/2014/main" id="{40BA307C-9B7F-7F4D-98C8-898F1C17E495}"/>
              </a:ext>
            </a:extLst>
          </p:cNvPr>
          <p:cNvGrpSpPr/>
          <p:nvPr/>
        </p:nvGrpSpPr>
        <p:grpSpPr>
          <a:xfrm>
            <a:off x="404850" y="8803450"/>
            <a:ext cx="334300" cy="334300"/>
            <a:chOff x="0" y="0"/>
            <a:chExt cx="445733" cy="445733"/>
          </a:xfrm>
        </p:grpSpPr>
        <p:sp>
          <p:nvSpPr>
            <p:cNvPr id="17" name="Freeform 13">
              <a:extLst>
                <a:ext uri="{FF2B5EF4-FFF2-40B4-BE49-F238E27FC236}">
                  <a16:creationId xmlns:a16="http://schemas.microsoft.com/office/drawing/2014/main" id="{9ED4756C-4C72-9E39-13BB-87B7748FD484}"/>
                </a:ext>
              </a:extLst>
            </p:cNvPr>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18" name="Group 14">
            <a:extLst>
              <a:ext uri="{FF2B5EF4-FFF2-40B4-BE49-F238E27FC236}">
                <a16:creationId xmlns:a16="http://schemas.microsoft.com/office/drawing/2014/main" id="{30A0B9F9-7B16-F178-EE1B-CAF78EEE799A}"/>
              </a:ext>
            </a:extLst>
          </p:cNvPr>
          <p:cNvGrpSpPr/>
          <p:nvPr/>
        </p:nvGrpSpPr>
        <p:grpSpPr>
          <a:xfrm>
            <a:off x="925800" y="9507800"/>
            <a:ext cx="311850" cy="312750"/>
            <a:chOff x="0" y="0"/>
            <a:chExt cx="415800" cy="417000"/>
          </a:xfrm>
        </p:grpSpPr>
        <p:sp>
          <p:nvSpPr>
            <p:cNvPr id="19" name="Freeform 15">
              <a:extLst>
                <a:ext uri="{FF2B5EF4-FFF2-40B4-BE49-F238E27FC236}">
                  <a16:creationId xmlns:a16="http://schemas.microsoft.com/office/drawing/2014/main" id="{C8B9EDAF-6836-5E76-EC65-237D85FADD83}"/>
                </a:ext>
              </a:extLst>
            </p:cNvPr>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pic>
        <p:nvPicPr>
          <p:cNvPr id="21" name="Graphic 20" descr="Users with solid fill">
            <a:extLst>
              <a:ext uri="{FF2B5EF4-FFF2-40B4-BE49-F238E27FC236}">
                <a16:creationId xmlns:a16="http://schemas.microsoft.com/office/drawing/2014/main" id="{5E82F170-98D3-E7A9-50C7-EA7CAE85FEF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69470" y="5267911"/>
            <a:ext cx="1296000" cy="1296000"/>
          </a:xfrm>
          <a:prstGeom prst="rect">
            <a:avLst/>
          </a:prstGeom>
        </p:spPr>
      </p:pic>
      <p:pic>
        <p:nvPicPr>
          <p:cNvPr id="24" name="Picture 23">
            <a:extLst>
              <a:ext uri="{FF2B5EF4-FFF2-40B4-BE49-F238E27FC236}">
                <a16:creationId xmlns:a16="http://schemas.microsoft.com/office/drawing/2014/main" id="{44B81E4A-593D-10E0-606F-0F86EE682118}"/>
              </a:ext>
            </a:extLst>
          </p:cNvPr>
          <p:cNvPicPr>
            <a:picLocks noChangeAspect="1"/>
          </p:cNvPicPr>
          <p:nvPr/>
        </p:nvPicPr>
        <p:blipFill>
          <a:blip r:embed="rId5">
            <a:extLst>
              <a:ext uri="{28A0092B-C50C-407E-A947-70E740481C1C}">
                <a14:useLocalDpi xmlns:a14="http://schemas.microsoft.com/office/drawing/2010/main" val="0"/>
              </a:ext>
            </a:extLst>
          </a:blip>
          <a:srcRect l="5042" t="1" r="3986" b="-4"/>
          <a:stretch/>
        </p:blipFill>
        <p:spPr>
          <a:xfrm>
            <a:off x="7696200" y="702756"/>
            <a:ext cx="9863654" cy="8933262"/>
          </a:xfrm>
          <a:prstGeom prst="roundRect">
            <a:avLst>
              <a:gd name="adj" fmla="val 5719"/>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845"/>
        </a:solidFill>
        <a:effectLst/>
      </p:bgPr>
    </p:bg>
    <p:spTree>
      <p:nvGrpSpPr>
        <p:cNvPr id="1" name=""/>
        <p:cNvGrpSpPr/>
        <p:nvPr/>
      </p:nvGrpSpPr>
      <p:grpSpPr>
        <a:xfrm>
          <a:off x="0" y="0"/>
          <a:ext cx="0" cy="0"/>
          <a:chOff x="0" y="0"/>
          <a:chExt cx="0" cy="0"/>
        </a:xfrm>
      </p:grpSpPr>
      <p:grpSp>
        <p:nvGrpSpPr>
          <p:cNvPr id="2" name="Group 2"/>
          <p:cNvGrpSpPr/>
          <p:nvPr/>
        </p:nvGrpSpPr>
        <p:grpSpPr>
          <a:xfrm>
            <a:off x="17225526" y="1735550"/>
            <a:ext cx="334300" cy="334300"/>
            <a:chOff x="0" y="0"/>
            <a:chExt cx="445733" cy="445733"/>
          </a:xfrm>
        </p:grpSpPr>
        <p:sp>
          <p:nvSpPr>
            <p:cNvPr id="3" name="Freeform 3"/>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4" name="Group 4"/>
          <p:cNvGrpSpPr/>
          <p:nvPr/>
        </p:nvGrpSpPr>
        <p:grpSpPr>
          <a:xfrm>
            <a:off x="17284050" y="970350"/>
            <a:ext cx="217300" cy="217300"/>
            <a:chOff x="0" y="0"/>
            <a:chExt cx="289733" cy="289733"/>
          </a:xfrm>
        </p:grpSpPr>
        <p:sp>
          <p:nvSpPr>
            <p:cNvPr id="5" name="Freeform 5"/>
            <p:cNvSpPr/>
            <p:nvPr/>
          </p:nvSpPr>
          <p:spPr>
            <a:xfrm>
              <a:off x="127" y="127"/>
              <a:ext cx="289560" cy="289560"/>
            </a:xfrm>
            <a:custGeom>
              <a:avLst/>
              <a:gdLst/>
              <a:ahLst/>
              <a:cxnLst/>
              <a:rect l="l" t="t" r="r" b="b"/>
              <a:pathLst>
                <a:path w="289560" h="289560">
                  <a:moveTo>
                    <a:pt x="267081" y="23622"/>
                  </a:moveTo>
                  <a:lnTo>
                    <a:pt x="267081" y="268351"/>
                  </a:lnTo>
                  <a:lnTo>
                    <a:pt x="22352" y="268351"/>
                  </a:lnTo>
                  <a:lnTo>
                    <a:pt x="22352" y="23622"/>
                  </a:lnTo>
                  <a:close/>
                  <a:moveTo>
                    <a:pt x="0" y="0"/>
                  </a:moveTo>
                  <a:lnTo>
                    <a:pt x="0" y="289560"/>
                  </a:lnTo>
                  <a:lnTo>
                    <a:pt x="289560" y="289560"/>
                  </a:lnTo>
                  <a:lnTo>
                    <a:pt x="289560" y="0"/>
                  </a:lnTo>
                  <a:close/>
                </a:path>
              </a:pathLst>
            </a:custGeom>
            <a:solidFill>
              <a:srgbClr val="FC723F"/>
            </a:solidFill>
          </p:spPr>
          <p:txBody>
            <a:bodyPr/>
            <a:lstStyle/>
            <a:p>
              <a:endParaRPr lang="en-ID"/>
            </a:p>
          </p:txBody>
        </p:sp>
      </p:grpSp>
      <p:grpSp>
        <p:nvGrpSpPr>
          <p:cNvPr id="6" name="Group 6"/>
          <p:cNvGrpSpPr/>
          <p:nvPr/>
        </p:nvGrpSpPr>
        <p:grpSpPr>
          <a:xfrm>
            <a:off x="17708900" y="390050"/>
            <a:ext cx="311850" cy="312750"/>
            <a:chOff x="0" y="0"/>
            <a:chExt cx="415800" cy="417000"/>
          </a:xfrm>
        </p:grpSpPr>
        <p:sp>
          <p:nvSpPr>
            <p:cNvPr id="7" name="Freeform 7"/>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grpSp>
        <p:nvGrpSpPr>
          <p:cNvPr id="8" name="Group 8"/>
          <p:cNvGrpSpPr/>
          <p:nvPr/>
        </p:nvGrpSpPr>
        <p:grpSpPr>
          <a:xfrm>
            <a:off x="304420" y="9507822"/>
            <a:ext cx="190986" cy="190924"/>
            <a:chOff x="0" y="0"/>
            <a:chExt cx="254648" cy="254565"/>
          </a:xfrm>
        </p:grpSpPr>
        <p:sp>
          <p:nvSpPr>
            <p:cNvPr id="9" name="Freeform 9"/>
            <p:cNvSpPr/>
            <p:nvPr/>
          </p:nvSpPr>
          <p:spPr>
            <a:xfrm>
              <a:off x="127" y="0"/>
              <a:ext cx="254381" cy="254508"/>
            </a:xfrm>
            <a:custGeom>
              <a:avLst/>
              <a:gdLst/>
              <a:ahLst/>
              <a:cxnLst/>
              <a:rect l="l" t="t" r="r" b="b"/>
              <a:pathLst>
                <a:path w="254381" h="254508">
                  <a:moveTo>
                    <a:pt x="219202" y="36830"/>
                  </a:moveTo>
                  <a:lnTo>
                    <a:pt x="219202" y="219329"/>
                  </a:lnTo>
                  <a:lnTo>
                    <a:pt x="36703" y="219329"/>
                  </a:lnTo>
                  <a:lnTo>
                    <a:pt x="36703" y="36830"/>
                  </a:lnTo>
                  <a:close/>
                  <a:moveTo>
                    <a:pt x="0" y="0"/>
                  </a:moveTo>
                  <a:lnTo>
                    <a:pt x="0" y="254508"/>
                  </a:lnTo>
                  <a:lnTo>
                    <a:pt x="254381" y="254508"/>
                  </a:lnTo>
                  <a:lnTo>
                    <a:pt x="254381" y="0"/>
                  </a:lnTo>
                  <a:close/>
                </a:path>
              </a:pathLst>
            </a:custGeom>
            <a:solidFill>
              <a:srgbClr val="FF9973"/>
            </a:solidFill>
          </p:spPr>
          <p:txBody>
            <a:bodyPr/>
            <a:lstStyle/>
            <a:p>
              <a:endParaRPr lang="en-ID"/>
            </a:p>
          </p:txBody>
        </p:sp>
      </p:grpSp>
      <p:grpSp>
        <p:nvGrpSpPr>
          <p:cNvPr id="10" name="Group 10"/>
          <p:cNvGrpSpPr/>
          <p:nvPr/>
        </p:nvGrpSpPr>
        <p:grpSpPr>
          <a:xfrm>
            <a:off x="17782576" y="1432170"/>
            <a:ext cx="164518" cy="164518"/>
            <a:chOff x="0" y="0"/>
            <a:chExt cx="219357" cy="219357"/>
          </a:xfrm>
        </p:grpSpPr>
        <p:sp>
          <p:nvSpPr>
            <p:cNvPr id="11" name="Freeform 11"/>
            <p:cNvSpPr/>
            <p:nvPr/>
          </p:nvSpPr>
          <p:spPr>
            <a:xfrm>
              <a:off x="127" y="127"/>
              <a:ext cx="219202" cy="219202"/>
            </a:xfrm>
            <a:custGeom>
              <a:avLst/>
              <a:gdLst/>
              <a:ahLst/>
              <a:cxnLst/>
              <a:rect l="l" t="t" r="r" b="b"/>
              <a:pathLst>
                <a:path w="219202" h="219202">
                  <a:moveTo>
                    <a:pt x="0" y="0"/>
                  </a:moveTo>
                  <a:lnTo>
                    <a:pt x="0" y="219202"/>
                  </a:lnTo>
                  <a:lnTo>
                    <a:pt x="219202" y="219202"/>
                  </a:lnTo>
                  <a:lnTo>
                    <a:pt x="219202" y="0"/>
                  </a:lnTo>
                  <a:close/>
                </a:path>
              </a:pathLst>
            </a:custGeom>
            <a:solidFill>
              <a:srgbClr val="F64975"/>
            </a:solidFill>
          </p:spPr>
          <p:txBody>
            <a:bodyPr/>
            <a:lstStyle/>
            <a:p>
              <a:endParaRPr lang="en-ID"/>
            </a:p>
          </p:txBody>
        </p:sp>
      </p:grpSp>
      <p:sp>
        <p:nvSpPr>
          <p:cNvPr id="13" name="TextBox 13"/>
          <p:cNvSpPr txBox="1"/>
          <p:nvPr/>
        </p:nvSpPr>
        <p:spPr>
          <a:xfrm>
            <a:off x="-609600" y="4256875"/>
            <a:ext cx="5461571" cy="817981"/>
          </a:xfrm>
          <a:prstGeom prst="rect">
            <a:avLst/>
          </a:prstGeom>
        </p:spPr>
        <p:txBody>
          <a:bodyPr lIns="0" tIns="0" rIns="0" bIns="0" rtlCol="0" anchor="t">
            <a:spAutoFit/>
          </a:bodyPr>
          <a:lstStyle/>
          <a:p>
            <a:pPr algn="ctr">
              <a:lnSpc>
                <a:spcPts val="7279"/>
              </a:lnSpc>
            </a:pPr>
            <a:r>
              <a:rPr lang="vi-VN" sz="3500" b="1" dirty="0">
                <a:solidFill>
                  <a:srgbClr val="FFFFFF"/>
                </a:solidFill>
                <a:latin typeface="Noto Sans Bold"/>
                <a:ea typeface="Noto Sans Bold"/>
                <a:cs typeface="Noto Sans Bold"/>
                <a:sym typeface="Noto Sans Bold"/>
              </a:rPr>
              <a:t>3. </a:t>
            </a:r>
            <a:r>
              <a:rPr lang="en-US" sz="3500" b="1" dirty="0">
                <a:solidFill>
                  <a:srgbClr val="FFFFFF"/>
                </a:solidFill>
                <a:latin typeface="Noto Sans Bold"/>
                <a:ea typeface="Noto Sans Bold"/>
                <a:cs typeface="Noto Sans Bold"/>
                <a:sym typeface="Noto Sans Bold"/>
              </a:rPr>
              <a:t>Class </a:t>
            </a:r>
            <a:r>
              <a:rPr lang="en-US" sz="3500" b="1" dirty="0" err="1">
                <a:solidFill>
                  <a:srgbClr val="FFFFFF"/>
                </a:solidFill>
                <a:latin typeface="Noto Sans Bold"/>
                <a:ea typeface="Noto Sans Bold"/>
                <a:cs typeface="Noto Sans Bold"/>
                <a:sym typeface="Noto Sans Bold"/>
              </a:rPr>
              <a:t>bai_xe</a:t>
            </a:r>
            <a:endParaRPr lang="en-US" sz="3500" b="1" dirty="0">
              <a:solidFill>
                <a:srgbClr val="FFFFFF"/>
              </a:solidFill>
              <a:latin typeface="Noto Sans Bold"/>
              <a:ea typeface="Noto Sans Bold"/>
              <a:cs typeface="Noto Sans Bold"/>
              <a:sym typeface="Noto Sans Bold"/>
            </a:endParaRPr>
          </a:p>
        </p:txBody>
      </p:sp>
      <p:grpSp>
        <p:nvGrpSpPr>
          <p:cNvPr id="14" name="Group 12">
            <a:extLst>
              <a:ext uri="{FF2B5EF4-FFF2-40B4-BE49-F238E27FC236}">
                <a16:creationId xmlns:a16="http://schemas.microsoft.com/office/drawing/2014/main" id="{69C5E175-0CAB-7795-A021-67552D6F9C68}"/>
              </a:ext>
            </a:extLst>
          </p:cNvPr>
          <p:cNvGrpSpPr/>
          <p:nvPr/>
        </p:nvGrpSpPr>
        <p:grpSpPr>
          <a:xfrm>
            <a:off x="404850" y="8803450"/>
            <a:ext cx="334300" cy="334300"/>
            <a:chOff x="0" y="0"/>
            <a:chExt cx="445733" cy="445733"/>
          </a:xfrm>
        </p:grpSpPr>
        <p:sp>
          <p:nvSpPr>
            <p:cNvPr id="15" name="Freeform 13">
              <a:extLst>
                <a:ext uri="{FF2B5EF4-FFF2-40B4-BE49-F238E27FC236}">
                  <a16:creationId xmlns:a16="http://schemas.microsoft.com/office/drawing/2014/main" id="{C48B27A6-D7C0-CDB8-27A5-3EB4145E4C48}"/>
                </a:ext>
              </a:extLst>
            </p:cNvPr>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16" name="Group 8">
            <a:extLst>
              <a:ext uri="{FF2B5EF4-FFF2-40B4-BE49-F238E27FC236}">
                <a16:creationId xmlns:a16="http://schemas.microsoft.com/office/drawing/2014/main" id="{9CC46BE3-4AC2-4479-1799-C04A367CF543}"/>
              </a:ext>
            </a:extLst>
          </p:cNvPr>
          <p:cNvGrpSpPr/>
          <p:nvPr/>
        </p:nvGrpSpPr>
        <p:grpSpPr>
          <a:xfrm>
            <a:off x="304420" y="9507822"/>
            <a:ext cx="190986" cy="190924"/>
            <a:chOff x="0" y="0"/>
            <a:chExt cx="254648" cy="254565"/>
          </a:xfrm>
        </p:grpSpPr>
        <p:sp>
          <p:nvSpPr>
            <p:cNvPr id="17" name="Freeform 9">
              <a:extLst>
                <a:ext uri="{FF2B5EF4-FFF2-40B4-BE49-F238E27FC236}">
                  <a16:creationId xmlns:a16="http://schemas.microsoft.com/office/drawing/2014/main" id="{3CA4A092-666C-E4CD-2C8E-011558647311}"/>
                </a:ext>
              </a:extLst>
            </p:cNvPr>
            <p:cNvSpPr/>
            <p:nvPr/>
          </p:nvSpPr>
          <p:spPr>
            <a:xfrm>
              <a:off x="127" y="0"/>
              <a:ext cx="254381" cy="254508"/>
            </a:xfrm>
            <a:custGeom>
              <a:avLst/>
              <a:gdLst/>
              <a:ahLst/>
              <a:cxnLst/>
              <a:rect l="l" t="t" r="r" b="b"/>
              <a:pathLst>
                <a:path w="254381" h="254508">
                  <a:moveTo>
                    <a:pt x="219202" y="36830"/>
                  </a:moveTo>
                  <a:lnTo>
                    <a:pt x="219202" y="219329"/>
                  </a:lnTo>
                  <a:lnTo>
                    <a:pt x="36703" y="219329"/>
                  </a:lnTo>
                  <a:lnTo>
                    <a:pt x="36703" y="36830"/>
                  </a:lnTo>
                  <a:close/>
                  <a:moveTo>
                    <a:pt x="0" y="0"/>
                  </a:moveTo>
                  <a:lnTo>
                    <a:pt x="0" y="254508"/>
                  </a:lnTo>
                  <a:lnTo>
                    <a:pt x="254381" y="254508"/>
                  </a:lnTo>
                  <a:lnTo>
                    <a:pt x="254381" y="0"/>
                  </a:lnTo>
                  <a:close/>
                </a:path>
              </a:pathLst>
            </a:custGeom>
            <a:solidFill>
              <a:srgbClr val="FF9973"/>
            </a:solidFill>
          </p:spPr>
          <p:txBody>
            <a:bodyPr/>
            <a:lstStyle/>
            <a:p>
              <a:endParaRPr lang="en-ID"/>
            </a:p>
          </p:txBody>
        </p:sp>
      </p:grpSp>
      <p:grpSp>
        <p:nvGrpSpPr>
          <p:cNvPr id="18" name="Group 12">
            <a:extLst>
              <a:ext uri="{FF2B5EF4-FFF2-40B4-BE49-F238E27FC236}">
                <a16:creationId xmlns:a16="http://schemas.microsoft.com/office/drawing/2014/main" id="{5B4214EB-A7BE-1786-E91C-D45F24D8CA68}"/>
              </a:ext>
            </a:extLst>
          </p:cNvPr>
          <p:cNvGrpSpPr/>
          <p:nvPr/>
        </p:nvGrpSpPr>
        <p:grpSpPr>
          <a:xfrm>
            <a:off x="404850" y="8803450"/>
            <a:ext cx="334300" cy="334300"/>
            <a:chOff x="0" y="0"/>
            <a:chExt cx="445733" cy="445733"/>
          </a:xfrm>
        </p:grpSpPr>
        <p:sp>
          <p:nvSpPr>
            <p:cNvPr id="19" name="Freeform 13">
              <a:extLst>
                <a:ext uri="{FF2B5EF4-FFF2-40B4-BE49-F238E27FC236}">
                  <a16:creationId xmlns:a16="http://schemas.microsoft.com/office/drawing/2014/main" id="{17377419-1853-CDD4-3529-505B743591A5}"/>
                </a:ext>
              </a:extLst>
            </p:cNvPr>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20" name="Group 14">
            <a:extLst>
              <a:ext uri="{FF2B5EF4-FFF2-40B4-BE49-F238E27FC236}">
                <a16:creationId xmlns:a16="http://schemas.microsoft.com/office/drawing/2014/main" id="{9796CA90-26EB-6257-7603-867BA11352E5}"/>
              </a:ext>
            </a:extLst>
          </p:cNvPr>
          <p:cNvGrpSpPr/>
          <p:nvPr/>
        </p:nvGrpSpPr>
        <p:grpSpPr>
          <a:xfrm>
            <a:off x="925800" y="9507800"/>
            <a:ext cx="311850" cy="312750"/>
            <a:chOff x="0" y="0"/>
            <a:chExt cx="415800" cy="417000"/>
          </a:xfrm>
        </p:grpSpPr>
        <p:sp>
          <p:nvSpPr>
            <p:cNvPr id="21" name="Freeform 15">
              <a:extLst>
                <a:ext uri="{FF2B5EF4-FFF2-40B4-BE49-F238E27FC236}">
                  <a16:creationId xmlns:a16="http://schemas.microsoft.com/office/drawing/2014/main" id="{5F8ECF8B-ECCC-6698-FF68-91AB1854DE5B}"/>
                </a:ext>
              </a:extLst>
            </p:cNvPr>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pic>
        <p:nvPicPr>
          <p:cNvPr id="23" name="Picture 22">
            <a:extLst>
              <a:ext uri="{FF2B5EF4-FFF2-40B4-BE49-F238E27FC236}">
                <a16:creationId xmlns:a16="http://schemas.microsoft.com/office/drawing/2014/main" id="{118BA856-B6A8-A033-F1A8-6F1DEDF69235}"/>
              </a:ext>
            </a:extLst>
          </p:cNvPr>
          <p:cNvPicPr>
            <a:picLocks noChangeAspect="1"/>
          </p:cNvPicPr>
          <p:nvPr/>
        </p:nvPicPr>
        <p:blipFill>
          <a:blip r:embed="rId3">
            <a:extLst>
              <a:ext uri="{28A0092B-C50C-407E-A947-70E740481C1C}">
                <a14:useLocalDpi xmlns:a14="http://schemas.microsoft.com/office/drawing/2010/main" val="0"/>
              </a:ext>
            </a:extLst>
          </a:blip>
          <a:srcRect l="542" t="2018" r="1748" b="155"/>
          <a:stretch/>
        </p:blipFill>
        <p:spPr>
          <a:xfrm>
            <a:off x="4127077" y="739012"/>
            <a:ext cx="13756073" cy="8671688"/>
          </a:xfrm>
          <a:prstGeom prst="roundRect">
            <a:avLst>
              <a:gd name="adj" fmla="val 6390"/>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6" name="Graphic 25" descr="Modern architecture outline">
            <a:extLst>
              <a:ext uri="{FF2B5EF4-FFF2-40B4-BE49-F238E27FC236}">
                <a16:creationId xmlns:a16="http://schemas.microsoft.com/office/drawing/2014/main" id="{D73497B2-1EDF-CA1C-BA29-7BA5828A390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35581" y="5066700"/>
            <a:ext cx="1296000" cy="1296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845"/>
        </a:solidFill>
        <a:effectLst/>
      </p:bgPr>
    </p:bg>
    <p:spTree>
      <p:nvGrpSpPr>
        <p:cNvPr id="1" name=""/>
        <p:cNvGrpSpPr/>
        <p:nvPr/>
      </p:nvGrpSpPr>
      <p:grpSpPr>
        <a:xfrm>
          <a:off x="0" y="0"/>
          <a:ext cx="0" cy="0"/>
          <a:chOff x="0" y="0"/>
          <a:chExt cx="0" cy="0"/>
        </a:xfrm>
      </p:grpSpPr>
      <p:grpSp>
        <p:nvGrpSpPr>
          <p:cNvPr id="2" name="Group 2"/>
          <p:cNvGrpSpPr/>
          <p:nvPr/>
        </p:nvGrpSpPr>
        <p:grpSpPr>
          <a:xfrm>
            <a:off x="17225526" y="1735550"/>
            <a:ext cx="334300" cy="334300"/>
            <a:chOff x="0" y="0"/>
            <a:chExt cx="445733" cy="445733"/>
          </a:xfrm>
        </p:grpSpPr>
        <p:sp>
          <p:nvSpPr>
            <p:cNvPr id="3" name="Freeform 3"/>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4" name="Group 4"/>
          <p:cNvGrpSpPr/>
          <p:nvPr/>
        </p:nvGrpSpPr>
        <p:grpSpPr>
          <a:xfrm>
            <a:off x="17284050" y="970350"/>
            <a:ext cx="217300" cy="217300"/>
            <a:chOff x="0" y="0"/>
            <a:chExt cx="289733" cy="289733"/>
          </a:xfrm>
        </p:grpSpPr>
        <p:sp>
          <p:nvSpPr>
            <p:cNvPr id="5" name="Freeform 5"/>
            <p:cNvSpPr/>
            <p:nvPr/>
          </p:nvSpPr>
          <p:spPr>
            <a:xfrm>
              <a:off x="127" y="127"/>
              <a:ext cx="289560" cy="289560"/>
            </a:xfrm>
            <a:custGeom>
              <a:avLst/>
              <a:gdLst/>
              <a:ahLst/>
              <a:cxnLst/>
              <a:rect l="l" t="t" r="r" b="b"/>
              <a:pathLst>
                <a:path w="289560" h="289560">
                  <a:moveTo>
                    <a:pt x="267081" y="23622"/>
                  </a:moveTo>
                  <a:lnTo>
                    <a:pt x="267081" y="268351"/>
                  </a:lnTo>
                  <a:lnTo>
                    <a:pt x="22352" y="268351"/>
                  </a:lnTo>
                  <a:lnTo>
                    <a:pt x="22352" y="23622"/>
                  </a:lnTo>
                  <a:close/>
                  <a:moveTo>
                    <a:pt x="0" y="0"/>
                  </a:moveTo>
                  <a:lnTo>
                    <a:pt x="0" y="289560"/>
                  </a:lnTo>
                  <a:lnTo>
                    <a:pt x="289560" y="289560"/>
                  </a:lnTo>
                  <a:lnTo>
                    <a:pt x="289560" y="0"/>
                  </a:lnTo>
                  <a:close/>
                </a:path>
              </a:pathLst>
            </a:custGeom>
            <a:solidFill>
              <a:srgbClr val="FC723F"/>
            </a:solidFill>
          </p:spPr>
          <p:txBody>
            <a:bodyPr/>
            <a:lstStyle/>
            <a:p>
              <a:endParaRPr lang="en-ID"/>
            </a:p>
          </p:txBody>
        </p:sp>
      </p:grpSp>
      <p:grpSp>
        <p:nvGrpSpPr>
          <p:cNvPr id="6" name="Group 6"/>
          <p:cNvGrpSpPr/>
          <p:nvPr/>
        </p:nvGrpSpPr>
        <p:grpSpPr>
          <a:xfrm>
            <a:off x="17708900" y="390050"/>
            <a:ext cx="311850" cy="312750"/>
            <a:chOff x="0" y="0"/>
            <a:chExt cx="415800" cy="417000"/>
          </a:xfrm>
        </p:grpSpPr>
        <p:sp>
          <p:nvSpPr>
            <p:cNvPr id="7" name="Freeform 7"/>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grpSp>
        <p:nvGrpSpPr>
          <p:cNvPr id="8" name="Group 8"/>
          <p:cNvGrpSpPr/>
          <p:nvPr/>
        </p:nvGrpSpPr>
        <p:grpSpPr>
          <a:xfrm>
            <a:off x="304420" y="9507822"/>
            <a:ext cx="190986" cy="190924"/>
            <a:chOff x="0" y="0"/>
            <a:chExt cx="254648" cy="254565"/>
          </a:xfrm>
        </p:grpSpPr>
        <p:sp>
          <p:nvSpPr>
            <p:cNvPr id="9" name="Freeform 9"/>
            <p:cNvSpPr/>
            <p:nvPr/>
          </p:nvSpPr>
          <p:spPr>
            <a:xfrm>
              <a:off x="127" y="0"/>
              <a:ext cx="254381" cy="254508"/>
            </a:xfrm>
            <a:custGeom>
              <a:avLst/>
              <a:gdLst/>
              <a:ahLst/>
              <a:cxnLst/>
              <a:rect l="l" t="t" r="r" b="b"/>
              <a:pathLst>
                <a:path w="254381" h="254508">
                  <a:moveTo>
                    <a:pt x="219202" y="36830"/>
                  </a:moveTo>
                  <a:lnTo>
                    <a:pt x="219202" y="219329"/>
                  </a:lnTo>
                  <a:lnTo>
                    <a:pt x="36703" y="219329"/>
                  </a:lnTo>
                  <a:lnTo>
                    <a:pt x="36703" y="36830"/>
                  </a:lnTo>
                  <a:close/>
                  <a:moveTo>
                    <a:pt x="0" y="0"/>
                  </a:moveTo>
                  <a:lnTo>
                    <a:pt x="0" y="254508"/>
                  </a:lnTo>
                  <a:lnTo>
                    <a:pt x="254381" y="254508"/>
                  </a:lnTo>
                  <a:lnTo>
                    <a:pt x="254381" y="0"/>
                  </a:lnTo>
                  <a:close/>
                </a:path>
              </a:pathLst>
            </a:custGeom>
            <a:solidFill>
              <a:srgbClr val="FF9973"/>
            </a:solidFill>
          </p:spPr>
          <p:txBody>
            <a:bodyPr/>
            <a:lstStyle/>
            <a:p>
              <a:endParaRPr lang="en-ID"/>
            </a:p>
          </p:txBody>
        </p:sp>
      </p:grpSp>
      <p:grpSp>
        <p:nvGrpSpPr>
          <p:cNvPr id="10" name="Group 10"/>
          <p:cNvGrpSpPr/>
          <p:nvPr/>
        </p:nvGrpSpPr>
        <p:grpSpPr>
          <a:xfrm>
            <a:off x="17782576" y="1432170"/>
            <a:ext cx="164518" cy="164518"/>
            <a:chOff x="0" y="0"/>
            <a:chExt cx="219357" cy="219357"/>
          </a:xfrm>
        </p:grpSpPr>
        <p:sp>
          <p:nvSpPr>
            <p:cNvPr id="11" name="Freeform 11"/>
            <p:cNvSpPr/>
            <p:nvPr/>
          </p:nvSpPr>
          <p:spPr>
            <a:xfrm>
              <a:off x="127" y="127"/>
              <a:ext cx="219202" cy="219202"/>
            </a:xfrm>
            <a:custGeom>
              <a:avLst/>
              <a:gdLst/>
              <a:ahLst/>
              <a:cxnLst/>
              <a:rect l="l" t="t" r="r" b="b"/>
              <a:pathLst>
                <a:path w="219202" h="219202">
                  <a:moveTo>
                    <a:pt x="0" y="0"/>
                  </a:moveTo>
                  <a:lnTo>
                    <a:pt x="0" y="219202"/>
                  </a:lnTo>
                  <a:lnTo>
                    <a:pt x="219202" y="219202"/>
                  </a:lnTo>
                  <a:lnTo>
                    <a:pt x="219202" y="0"/>
                  </a:lnTo>
                  <a:close/>
                </a:path>
              </a:pathLst>
            </a:custGeom>
            <a:solidFill>
              <a:srgbClr val="F64975"/>
            </a:solidFill>
          </p:spPr>
          <p:txBody>
            <a:bodyPr/>
            <a:lstStyle/>
            <a:p>
              <a:endParaRPr lang="en-ID"/>
            </a:p>
          </p:txBody>
        </p:sp>
      </p:grpSp>
      <p:sp>
        <p:nvSpPr>
          <p:cNvPr id="13" name="TextBox 13"/>
          <p:cNvSpPr txBox="1"/>
          <p:nvPr/>
        </p:nvSpPr>
        <p:spPr>
          <a:xfrm>
            <a:off x="480863" y="3797153"/>
            <a:ext cx="6019800" cy="1625894"/>
          </a:xfrm>
          <a:prstGeom prst="rect">
            <a:avLst/>
          </a:prstGeom>
        </p:spPr>
        <p:txBody>
          <a:bodyPr wrap="square" lIns="0" tIns="0" rIns="0" bIns="0" rtlCol="0" anchor="t">
            <a:spAutoFit/>
          </a:bodyPr>
          <a:lstStyle/>
          <a:p>
            <a:pPr algn="ctr">
              <a:lnSpc>
                <a:spcPct val="150000"/>
              </a:lnSpc>
            </a:pPr>
            <a:r>
              <a:rPr lang="vi-VN" sz="3500" b="1">
                <a:solidFill>
                  <a:srgbClr val="FFFFFF"/>
                </a:solidFill>
                <a:latin typeface="Noto Sans Bold"/>
                <a:ea typeface="Noto Sans Bold"/>
                <a:cs typeface="Noto Sans Bold"/>
                <a:sym typeface="Noto Sans Bold"/>
              </a:rPr>
              <a:t>4. Class</a:t>
            </a:r>
          </a:p>
          <a:p>
            <a:pPr algn="ctr">
              <a:lnSpc>
                <a:spcPts val="7279"/>
              </a:lnSpc>
            </a:pPr>
            <a:r>
              <a:rPr lang="en-US" sz="3500" b="1">
                <a:solidFill>
                  <a:srgbClr val="FFFFFF"/>
                </a:solidFill>
                <a:latin typeface="Noto Sans Bold"/>
                <a:ea typeface="Noto Sans Bold"/>
                <a:cs typeface="Noto Sans Bold"/>
                <a:sym typeface="Noto Sans Bold"/>
              </a:rPr>
              <a:t>systeam</a:t>
            </a:r>
            <a:r>
              <a:rPr lang="en-US" sz="3500" b="1" dirty="0" err="1">
                <a:solidFill>
                  <a:srgbClr val="FFFFFF"/>
                </a:solidFill>
                <a:latin typeface="Noto Sans Bold"/>
                <a:ea typeface="Noto Sans Bold"/>
                <a:cs typeface="Noto Sans Bold"/>
                <a:sym typeface="Noto Sans Bold"/>
              </a:rPr>
              <a:t>_function_control</a:t>
            </a:r>
            <a:endParaRPr lang="en-US" sz="3500" b="1" dirty="0">
              <a:solidFill>
                <a:srgbClr val="FFFFFF"/>
              </a:solidFill>
              <a:latin typeface="Noto Sans Bold"/>
              <a:ea typeface="Noto Sans Bold"/>
              <a:cs typeface="Noto Sans Bold"/>
              <a:sym typeface="Noto Sans Bold"/>
            </a:endParaRPr>
          </a:p>
        </p:txBody>
      </p:sp>
      <p:grpSp>
        <p:nvGrpSpPr>
          <p:cNvPr id="14" name="Group 8">
            <a:extLst>
              <a:ext uri="{FF2B5EF4-FFF2-40B4-BE49-F238E27FC236}">
                <a16:creationId xmlns:a16="http://schemas.microsoft.com/office/drawing/2014/main" id="{CFBDBB56-8D90-8A26-0D28-6A84A9CA6BFF}"/>
              </a:ext>
            </a:extLst>
          </p:cNvPr>
          <p:cNvGrpSpPr/>
          <p:nvPr/>
        </p:nvGrpSpPr>
        <p:grpSpPr>
          <a:xfrm>
            <a:off x="304420" y="9507822"/>
            <a:ext cx="190986" cy="190924"/>
            <a:chOff x="0" y="0"/>
            <a:chExt cx="254648" cy="254565"/>
          </a:xfrm>
        </p:grpSpPr>
        <p:sp>
          <p:nvSpPr>
            <p:cNvPr id="15" name="Freeform 9">
              <a:extLst>
                <a:ext uri="{FF2B5EF4-FFF2-40B4-BE49-F238E27FC236}">
                  <a16:creationId xmlns:a16="http://schemas.microsoft.com/office/drawing/2014/main" id="{22EB99EA-4995-8D08-B7DC-53870B48AC6C}"/>
                </a:ext>
              </a:extLst>
            </p:cNvPr>
            <p:cNvSpPr/>
            <p:nvPr/>
          </p:nvSpPr>
          <p:spPr>
            <a:xfrm>
              <a:off x="127" y="0"/>
              <a:ext cx="254381" cy="254508"/>
            </a:xfrm>
            <a:custGeom>
              <a:avLst/>
              <a:gdLst/>
              <a:ahLst/>
              <a:cxnLst/>
              <a:rect l="l" t="t" r="r" b="b"/>
              <a:pathLst>
                <a:path w="254381" h="254508">
                  <a:moveTo>
                    <a:pt x="219202" y="36830"/>
                  </a:moveTo>
                  <a:lnTo>
                    <a:pt x="219202" y="219329"/>
                  </a:lnTo>
                  <a:lnTo>
                    <a:pt x="36703" y="219329"/>
                  </a:lnTo>
                  <a:lnTo>
                    <a:pt x="36703" y="36830"/>
                  </a:lnTo>
                  <a:close/>
                  <a:moveTo>
                    <a:pt x="0" y="0"/>
                  </a:moveTo>
                  <a:lnTo>
                    <a:pt x="0" y="254508"/>
                  </a:lnTo>
                  <a:lnTo>
                    <a:pt x="254381" y="254508"/>
                  </a:lnTo>
                  <a:lnTo>
                    <a:pt x="254381" y="0"/>
                  </a:lnTo>
                  <a:close/>
                </a:path>
              </a:pathLst>
            </a:custGeom>
            <a:solidFill>
              <a:srgbClr val="FF9973"/>
            </a:solidFill>
          </p:spPr>
          <p:txBody>
            <a:bodyPr/>
            <a:lstStyle/>
            <a:p>
              <a:endParaRPr lang="en-ID"/>
            </a:p>
          </p:txBody>
        </p:sp>
      </p:grpSp>
      <p:grpSp>
        <p:nvGrpSpPr>
          <p:cNvPr id="16" name="Group 12">
            <a:extLst>
              <a:ext uri="{FF2B5EF4-FFF2-40B4-BE49-F238E27FC236}">
                <a16:creationId xmlns:a16="http://schemas.microsoft.com/office/drawing/2014/main" id="{B14379FF-7BD6-405C-F2E5-DD4CD50DEF56}"/>
              </a:ext>
            </a:extLst>
          </p:cNvPr>
          <p:cNvGrpSpPr/>
          <p:nvPr/>
        </p:nvGrpSpPr>
        <p:grpSpPr>
          <a:xfrm>
            <a:off x="404850" y="8803450"/>
            <a:ext cx="334300" cy="334300"/>
            <a:chOff x="0" y="0"/>
            <a:chExt cx="445733" cy="445733"/>
          </a:xfrm>
        </p:grpSpPr>
        <p:sp>
          <p:nvSpPr>
            <p:cNvPr id="17" name="Freeform 13">
              <a:extLst>
                <a:ext uri="{FF2B5EF4-FFF2-40B4-BE49-F238E27FC236}">
                  <a16:creationId xmlns:a16="http://schemas.microsoft.com/office/drawing/2014/main" id="{7A37CFD5-C2A0-0DBE-74C1-83F85BD64BD2}"/>
                </a:ext>
              </a:extLst>
            </p:cNvPr>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18" name="Group 14">
            <a:extLst>
              <a:ext uri="{FF2B5EF4-FFF2-40B4-BE49-F238E27FC236}">
                <a16:creationId xmlns:a16="http://schemas.microsoft.com/office/drawing/2014/main" id="{74EB1877-F697-F0D7-4370-A8652110041D}"/>
              </a:ext>
            </a:extLst>
          </p:cNvPr>
          <p:cNvGrpSpPr/>
          <p:nvPr/>
        </p:nvGrpSpPr>
        <p:grpSpPr>
          <a:xfrm>
            <a:off x="925800" y="9507800"/>
            <a:ext cx="311850" cy="312750"/>
            <a:chOff x="0" y="0"/>
            <a:chExt cx="415800" cy="417000"/>
          </a:xfrm>
        </p:grpSpPr>
        <p:sp>
          <p:nvSpPr>
            <p:cNvPr id="19" name="Freeform 15">
              <a:extLst>
                <a:ext uri="{FF2B5EF4-FFF2-40B4-BE49-F238E27FC236}">
                  <a16:creationId xmlns:a16="http://schemas.microsoft.com/office/drawing/2014/main" id="{0BE9DCD1-9696-28FA-7B9A-6677A18E60BB}"/>
                </a:ext>
              </a:extLst>
            </p:cNvPr>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pic>
        <p:nvPicPr>
          <p:cNvPr id="21" name="Graphic 20" descr="Cmd Terminal with solid fill">
            <a:extLst>
              <a:ext uri="{FF2B5EF4-FFF2-40B4-BE49-F238E27FC236}">
                <a16:creationId xmlns:a16="http://schemas.microsoft.com/office/drawing/2014/main" id="{D82125A1-5063-8EFC-EFC1-C71FB4FB58A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42763" y="5448300"/>
            <a:ext cx="1296000" cy="1296000"/>
          </a:xfrm>
          <a:prstGeom prst="rect">
            <a:avLst/>
          </a:prstGeom>
        </p:spPr>
      </p:pic>
      <p:pic>
        <p:nvPicPr>
          <p:cNvPr id="22" name="Picture 21">
            <a:extLst>
              <a:ext uri="{FF2B5EF4-FFF2-40B4-BE49-F238E27FC236}">
                <a16:creationId xmlns:a16="http://schemas.microsoft.com/office/drawing/2014/main" id="{194583AC-349F-ABC2-ABC1-64FBB73439FA}"/>
              </a:ext>
            </a:extLst>
          </p:cNvPr>
          <p:cNvPicPr>
            <a:picLocks noChangeAspect="1"/>
          </p:cNvPicPr>
          <p:nvPr/>
        </p:nvPicPr>
        <p:blipFill>
          <a:blip r:embed="rId5">
            <a:extLst>
              <a:ext uri="{28A0092B-C50C-407E-A947-70E740481C1C}">
                <a14:useLocalDpi xmlns:a14="http://schemas.microsoft.com/office/drawing/2010/main" val="0"/>
              </a:ext>
            </a:extLst>
          </a:blip>
          <a:srcRect l="4267" r="4267"/>
          <a:stretch/>
        </p:blipFill>
        <p:spPr>
          <a:xfrm>
            <a:off x="6964883" y="686779"/>
            <a:ext cx="10365362" cy="9133727"/>
          </a:xfrm>
          <a:prstGeom prst="roundRect">
            <a:avLst>
              <a:gd name="adj" fmla="val 7872"/>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845"/>
        </a:solidFill>
        <a:effectLst/>
      </p:bgPr>
    </p:bg>
    <p:spTree>
      <p:nvGrpSpPr>
        <p:cNvPr id="1" name=""/>
        <p:cNvGrpSpPr/>
        <p:nvPr/>
      </p:nvGrpSpPr>
      <p:grpSpPr>
        <a:xfrm>
          <a:off x="0" y="0"/>
          <a:ext cx="0" cy="0"/>
          <a:chOff x="0" y="0"/>
          <a:chExt cx="0" cy="0"/>
        </a:xfrm>
      </p:grpSpPr>
      <p:grpSp>
        <p:nvGrpSpPr>
          <p:cNvPr id="2" name="Group 2"/>
          <p:cNvGrpSpPr/>
          <p:nvPr/>
        </p:nvGrpSpPr>
        <p:grpSpPr>
          <a:xfrm>
            <a:off x="17225526" y="1735550"/>
            <a:ext cx="334300" cy="334300"/>
            <a:chOff x="0" y="0"/>
            <a:chExt cx="445733" cy="445733"/>
          </a:xfrm>
        </p:grpSpPr>
        <p:sp>
          <p:nvSpPr>
            <p:cNvPr id="3" name="Freeform 3"/>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4" name="Group 4"/>
          <p:cNvGrpSpPr/>
          <p:nvPr/>
        </p:nvGrpSpPr>
        <p:grpSpPr>
          <a:xfrm>
            <a:off x="17284050" y="970350"/>
            <a:ext cx="217300" cy="217300"/>
            <a:chOff x="0" y="0"/>
            <a:chExt cx="289733" cy="289733"/>
          </a:xfrm>
        </p:grpSpPr>
        <p:sp>
          <p:nvSpPr>
            <p:cNvPr id="5" name="Freeform 5"/>
            <p:cNvSpPr/>
            <p:nvPr/>
          </p:nvSpPr>
          <p:spPr>
            <a:xfrm>
              <a:off x="127" y="127"/>
              <a:ext cx="289560" cy="289560"/>
            </a:xfrm>
            <a:custGeom>
              <a:avLst/>
              <a:gdLst/>
              <a:ahLst/>
              <a:cxnLst/>
              <a:rect l="l" t="t" r="r" b="b"/>
              <a:pathLst>
                <a:path w="289560" h="289560">
                  <a:moveTo>
                    <a:pt x="267081" y="23622"/>
                  </a:moveTo>
                  <a:lnTo>
                    <a:pt x="267081" y="268351"/>
                  </a:lnTo>
                  <a:lnTo>
                    <a:pt x="22352" y="268351"/>
                  </a:lnTo>
                  <a:lnTo>
                    <a:pt x="22352" y="23622"/>
                  </a:lnTo>
                  <a:close/>
                  <a:moveTo>
                    <a:pt x="0" y="0"/>
                  </a:moveTo>
                  <a:lnTo>
                    <a:pt x="0" y="289560"/>
                  </a:lnTo>
                  <a:lnTo>
                    <a:pt x="289560" y="289560"/>
                  </a:lnTo>
                  <a:lnTo>
                    <a:pt x="289560" y="0"/>
                  </a:lnTo>
                  <a:close/>
                </a:path>
              </a:pathLst>
            </a:custGeom>
            <a:solidFill>
              <a:srgbClr val="FC723F"/>
            </a:solidFill>
          </p:spPr>
          <p:txBody>
            <a:bodyPr/>
            <a:lstStyle/>
            <a:p>
              <a:endParaRPr lang="en-ID"/>
            </a:p>
          </p:txBody>
        </p:sp>
      </p:grpSp>
      <p:grpSp>
        <p:nvGrpSpPr>
          <p:cNvPr id="6" name="Group 6"/>
          <p:cNvGrpSpPr/>
          <p:nvPr/>
        </p:nvGrpSpPr>
        <p:grpSpPr>
          <a:xfrm>
            <a:off x="17708900" y="390050"/>
            <a:ext cx="311850" cy="312750"/>
            <a:chOff x="0" y="0"/>
            <a:chExt cx="415800" cy="417000"/>
          </a:xfrm>
        </p:grpSpPr>
        <p:sp>
          <p:nvSpPr>
            <p:cNvPr id="7" name="Freeform 7"/>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grpSp>
        <p:nvGrpSpPr>
          <p:cNvPr id="8" name="Group 8"/>
          <p:cNvGrpSpPr/>
          <p:nvPr/>
        </p:nvGrpSpPr>
        <p:grpSpPr>
          <a:xfrm>
            <a:off x="304420" y="9507822"/>
            <a:ext cx="190986" cy="190924"/>
            <a:chOff x="0" y="0"/>
            <a:chExt cx="254648" cy="254565"/>
          </a:xfrm>
        </p:grpSpPr>
        <p:sp>
          <p:nvSpPr>
            <p:cNvPr id="9" name="Freeform 9"/>
            <p:cNvSpPr/>
            <p:nvPr/>
          </p:nvSpPr>
          <p:spPr>
            <a:xfrm>
              <a:off x="127" y="0"/>
              <a:ext cx="254381" cy="254508"/>
            </a:xfrm>
            <a:custGeom>
              <a:avLst/>
              <a:gdLst/>
              <a:ahLst/>
              <a:cxnLst/>
              <a:rect l="l" t="t" r="r" b="b"/>
              <a:pathLst>
                <a:path w="254381" h="254508">
                  <a:moveTo>
                    <a:pt x="219202" y="36830"/>
                  </a:moveTo>
                  <a:lnTo>
                    <a:pt x="219202" y="219329"/>
                  </a:lnTo>
                  <a:lnTo>
                    <a:pt x="36703" y="219329"/>
                  </a:lnTo>
                  <a:lnTo>
                    <a:pt x="36703" y="36830"/>
                  </a:lnTo>
                  <a:close/>
                  <a:moveTo>
                    <a:pt x="0" y="0"/>
                  </a:moveTo>
                  <a:lnTo>
                    <a:pt x="0" y="254508"/>
                  </a:lnTo>
                  <a:lnTo>
                    <a:pt x="254381" y="254508"/>
                  </a:lnTo>
                  <a:lnTo>
                    <a:pt x="254381" y="0"/>
                  </a:lnTo>
                  <a:close/>
                </a:path>
              </a:pathLst>
            </a:custGeom>
            <a:solidFill>
              <a:srgbClr val="FF9973"/>
            </a:solidFill>
          </p:spPr>
          <p:txBody>
            <a:bodyPr/>
            <a:lstStyle/>
            <a:p>
              <a:endParaRPr lang="en-ID"/>
            </a:p>
          </p:txBody>
        </p:sp>
      </p:grpSp>
      <p:grpSp>
        <p:nvGrpSpPr>
          <p:cNvPr id="10" name="Group 10"/>
          <p:cNvGrpSpPr/>
          <p:nvPr/>
        </p:nvGrpSpPr>
        <p:grpSpPr>
          <a:xfrm>
            <a:off x="17782576" y="1432170"/>
            <a:ext cx="164518" cy="164518"/>
            <a:chOff x="0" y="0"/>
            <a:chExt cx="219357" cy="219357"/>
          </a:xfrm>
        </p:grpSpPr>
        <p:sp>
          <p:nvSpPr>
            <p:cNvPr id="11" name="Freeform 11"/>
            <p:cNvSpPr/>
            <p:nvPr/>
          </p:nvSpPr>
          <p:spPr>
            <a:xfrm>
              <a:off x="127" y="127"/>
              <a:ext cx="219202" cy="219202"/>
            </a:xfrm>
            <a:custGeom>
              <a:avLst/>
              <a:gdLst/>
              <a:ahLst/>
              <a:cxnLst/>
              <a:rect l="l" t="t" r="r" b="b"/>
              <a:pathLst>
                <a:path w="219202" h="219202">
                  <a:moveTo>
                    <a:pt x="0" y="0"/>
                  </a:moveTo>
                  <a:lnTo>
                    <a:pt x="0" y="219202"/>
                  </a:lnTo>
                  <a:lnTo>
                    <a:pt x="219202" y="219202"/>
                  </a:lnTo>
                  <a:lnTo>
                    <a:pt x="219202" y="0"/>
                  </a:lnTo>
                  <a:close/>
                </a:path>
              </a:pathLst>
            </a:custGeom>
            <a:solidFill>
              <a:srgbClr val="F64975"/>
            </a:solidFill>
          </p:spPr>
          <p:txBody>
            <a:bodyPr/>
            <a:lstStyle/>
            <a:p>
              <a:endParaRPr lang="en-ID"/>
            </a:p>
          </p:txBody>
        </p:sp>
      </p:grpSp>
      <p:grpSp>
        <p:nvGrpSpPr>
          <p:cNvPr id="12" name="Group 12"/>
          <p:cNvGrpSpPr/>
          <p:nvPr/>
        </p:nvGrpSpPr>
        <p:grpSpPr>
          <a:xfrm>
            <a:off x="404850" y="8803450"/>
            <a:ext cx="334300" cy="334300"/>
            <a:chOff x="0" y="0"/>
            <a:chExt cx="445733" cy="445733"/>
          </a:xfrm>
        </p:grpSpPr>
        <p:sp>
          <p:nvSpPr>
            <p:cNvPr id="13" name="Freeform 13"/>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14" name="Group 14"/>
          <p:cNvGrpSpPr/>
          <p:nvPr/>
        </p:nvGrpSpPr>
        <p:grpSpPr>
          <a:xfrm>
            <a:off x="925800" y="9507800"/>
            <a:ext cx="311850" cy="312750"/>
            <a:chOff x="0" y="0"/>
            <a:chExt cx="415800" cy="417000"/>
          </a:xfrm>
        </p:grpSpPr>
        <p:sp>
          <p:nvSpPr>
            <p:cNvPr id="15" name="Freeform 15"/>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sp>
        <p:nvSpPr>
          <p:cNvPr id="16" name="TextBox 16"/>
          <p:cNvSpPr txBox="1"/>
          <p:nvPr/>
        </p:nvSpPr>
        <p:spPr>
          <a:xfrm>
            <a:off x="713511" y="567967"/>
            <a:ext cx="9248393" cy="1028700"/>
          </a:xfrm>
          <a:prstGeom prst="rect">
            <a:avLst/>
          </a:prstGeom>
        </p:spPr>
        <p:txBody>
          <a:bodyPr lIns="0" tIns="0" rIns="0" bIns="0" rtlCol="0" anchor="t">
            <a:spAutoFit/>
          </a:bodyPr>
          <a:lstStyle/>
          <a:p>
            <a:pPr algn="ctr">
              <a:lnSpc>
                <a:spcPts val="8400"/>
              </a:lnSpc>
            </a:pPr>
            <a:r>
              <a:rPr lang="vi-VN" sz="6000" b="1">
                <a:solidFill>
                  <a:srgbClr val="FFFFFF"/>
                </a:solidFill>
                <a:latin typeface="Noto Sans Bold"/>
                <a:ea typeface="Noto Sans Bold"/>
                <a:cs typeface="Noto Sans Bold"/>
                <a:sym typeface="Noto Sans Bold"/>
              </a:rPr>
              <a:t>V</a:t>
            </a:r>
            <a:r>
              <a:rPr lang="en-US" sz="6000" b="1">
                <a:solidFill>
                  <a:srgbClr val="FFFFFF"/>
                </a:solidFill>
                <a:latin typeface="Noto Sans Bold"/>
                <a:ea typeface="Noto Sans Bold"/>
                <a:cs typeface="Noto Sans Bold"/>
                <a:sym typeface="Noto Sans Bold"/>
              </a:rPr>
              <a:t>. Phân công công việc</a:t>
            </a:r>
          </a:p>
        </p:txBody>
      </p:sp>
      <p:graphicFrame>
        <p:nvGraphicFramePr>
          <p:cNvPr id="18" name="Table 17">
            <a:extLst>
              <a:ext uri="{FF2B5EF4-FFF2-40B4-BE49-F238E27FC236}">
                <a16:creationId xmlns:a16="http://schemas.microsoft.com/office/drawing/2014/main" id="{C97C96EE-D356-FF57-48C9-4531F773A4AD}"/>
              </a:ext>
            </a:extLst>
          </p:cNvPr>
          <p:cNvGraphicFramePr>
            <a:graphicFrameLocks noGrp="1"/>
          </p:cNvGraphicFramePr>
          <p:nvPr>
            <p:extLst>
              <p:ext uri="{D42A27DB-BD31-4B8C-83A1-F6EECF244321}">
                <p14:modId xmlns:p14="http://schemas.microsoft.com/office/powerpoint/2010/main" val="1718591519"/>
              </p:ext>
            </p:extLst>
          </p:nvPr>
        </p:nvGraphicFramePr>
        <p:xfrm>
          <a:off x="1905000" y="2247900"/>
          <a:ext cx="14478000" cy="7130538"/>
        </p:xfrm>
        <a:graphic>
          <a:graphicData uri="http://schemas.openxmlformats.org/drawingml/2006/table">
            <a:tbl>
              <a:tblPr firstRow="1" firstCol="1" lastRow="1" bandRow="1">
                <a:tableStyleId>{5C22544A-7EE6-4342-B048-85BDC9FD1C3A}</a:tableStyleId>
              </a:tblPr>
              <a:tblGrid>
                <a:gridCol w="4773827">
                  <a:extLst>
                    <a:ext uri="{9D8B030D-6E8A-4147-A177-3AD203B41FA5}">
                      <a16:colId xmlns:a16="http://schemas.microsoft.com/office/drawing/2014/main" val="777990534"/>
                    </a:ext>
                  </a:extLst>
                </a:gridCol>
                <a:gridCol w="2541373">
                  <a:extLst>
                    <a:ext uri="{9D8B030D-6E8A-4147-A177-3AD203B41FA5}">
                      <a16:colId xmlns:a16="http://schemas.microsoft.com/office/drawing/2014/main" val="3123671903"/>
                    </a:ext>
                  </a:extLst>
                </a:gridCol>
                <a:gridCol w="3543300">
                  <a:extLst>
                    <a:ext uri="{9D8B030D-6E8A-4147-A177-3AD203B41FA5}">
                      <a16:colId xmlns:a16="http://schemas.microsoft.com/office/drawing/2014/main" val="2309072542"/>
                    </a:ext>
                  </a:extLst>
                </a:gridCol>
                <a:gridCol w="3619500">
                  <a:extLst>
                    <a:ext uri="{9D8B030D-6E8A-4147-A177-3AD203B41FA5}">
                      <a16:colId xmlns:a16="http://schemas.microsoft.com/office/drawing/2014/main" val="1087751084"/>
                    </a:ext>
                  </a:extLst>
                </a:gridCol>
              </a:tblGrid>
              <a:tr h="871416">
                <a:tc>
                  <a:txBody>
                    <a:bodyPr/>
                    <a:lstStyle/>
                    <a:p>
                      <a:pPr algn="ctr"/>
                      <a:r>
                        <a:rPr lang="vi-VN" sz="3200"/>
                        <a:t>Tiêu chí</a:t>
                      </a:r>
                      <a:endParaRPr lang="en-ID" sz="3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endParaRPr lang="en-ID"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l"/>
                      <a:r>
                        <a:rPr lang="en-US" sz="2800" dirty="0">
                          <a:solidFill>
                            <a:schemeClr val="bg1"/>
                          </a:solidFill>
                        </a:rPr>
                        <a:t>           Ngọc Anh</a:t>
                      </a:r>
                      <a:endParaRPr lang="en-ID" sz="2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845"/>
                    </a:solidFill>
                  </a:tcPr>
                </a:tc>
                <a:tc>
                  <a:txBody>
                    <a:bodyPr/>
                    <a:lstStyle/>
                    <a:p>
                      <a:pPr algn="l"/>
                      <a:r>
                        <a:rPr lang="en-US" sz="2800" dirty="0">
                          <a:solidFill>
                            <a:schemeClr val="bg1"/>
                          </a:solidFill>
                        </a:rPr>
                        <a:t>           Đức Mạnh</a:t>
                      </a:r>
                      <a:endParaRPr lang="en-ID" sz="28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extLst>
                  <a:ext uri="{0D108BD9-81ED-4DB2-BD59-A6C34878D82A}">
                    <a16:rowId xmlns:a16="http://schemas.microsoft.com/office/drawing/2014/main" val="186477758"/>
                  </a:ext>
                </a:extLst>
              </a:tr>
              <a:tr h="865387">
                <a:tc>
                  <a:txBody>
                    <a:bodyPr/>
                    <a:lstStyle/>
                    <a:p>
                      <a:pPr algn="ctr"/>
                      <a:r>
                        <a:rPr lang="en-US" sz="3200" dirty="0"/>
                        <a:t>Ý </a:t>
                      </a:r>
                      <a:r>
                        <a:rPr lang="en-US" sz="3200" dirty="0" err="1"/>
                        <a:t>tưởng</a:t>
                      </a:r>
                      <a:endParaRPr lang="en-ID" sz="3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ctr"/>
                      <a:r>
                        <a:rPr lang="en-US" sz="2400" dirty="0">
                          <a:solidFill>
                            <a:schemeClr val="bg1"/>
                          </a:solidFill>
                        </a:rPr>
                        <a:t>5%</a:t>
                      </a:r>
                      <a:endParaRPr lang="en-ID" sz="2400" dirty="0">
                        <a:solidFill>
                          <a:schemeClr val="bg1"/>
                        </a:solidFill>
                        <a:latin typeface="Noto Sans Bold" panose="020B0502040504020204" pitchFamily="34" charset="0"/>
                        <a:ea typeface="Noto Sans Bold" panose="020B0502040504020204" pitchFamily="34" charset="0"/>
                        <a:cs typeface="Noto Sans Bold" panose="020B0502040504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ctr"/>
                      <a:r>
                        <a:rPr lang="en-US" sz="2400" dirty="0">
                          <a:solidFill>
                            <a:schemeClr val="bg1"/>
                          </a:solidFill>
                        </a:rPr>
                        <a:t>3%</a:t>
                      </a:r>
                      <a:endParaRPr lang="en-ID" sz="2400" dirty="0">
                        <a:solidFill>
                          <a:schemeClr val="bg1"/>
                        </a:solidFill>
                        <a:latin typeface="Noto Sans Bold" panose="020B0502040504020204" pitchFamily="34" charset="0"/>
                        <a:ea typeface="Noto Sans Bold" panose="020B0502040504020204" pitchFamily="34" charset="0"/>
                        <a:cs typeface="Noto Sans Bold" panose="020B0502040504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ctr"/>
                      <a:r>
                        <a:rPr lang="en-US" sz="2400" dirty="0">
                          <a:solidFill>
                            <a:schemeClr val="bg1"/>
                          </a:solidFill>
                        </a:rPr>
                        <a:t>2%</a:t>
                      </a:r>
                      <a:endParaRPr lang="en-ID" sz="2400" dirty="0">
                        <a:solidFill>
                          <a:schemeClr val="bg1"/>
                        </a:solidFill>
                        <a:latin typeface="Noto Sans Bold" panose="020B0502040504020204" pitchFamily="34" charset="0"/>
                        <a:ea typeface="Noto Sans Bold" panose="020B0502040504020204" pitchFamily="34" charset="0"/>
                        <a:cs typeface="Noto Sans Bold" panose="020B0502040504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extLst>
                  <a:ext uri="{0D108BD9-81ED-4DB2-BD59-A6C34878D82A}">
                    <a16:rowId xmlns:a16="http://schemas.microsoft.com/office/drawing/2014/main" val="3396973861"/>
                  </a:ext>
                </a:extLst>
              </a:tr>
              <a:tr h="865387">
                <a:tc>
                  <a:txBody>
                    <a:bodyPr/>
                    <a:lstStyle/>
                    <a:p>
                      <a:pPr algn="ctr"/>
                      <a:r>
                        <a:rPr lang="en-US" sz="3200" dirty="0" err="1"/>
                        <a:t>Tìm</a:t>
                      </a:r>
                      <a:r>
                        <a:rPr lang="en-US" sz="3200" dirty="0"/>
                        <a:t> </a:t>
                      </a:r>
                      <a:r>
                        <a:rPr lang="en-US" sz="3200" dirty="0" err="1"/>
                        <a:t>tài</a:t>
                      </a:r>
                      <a:r>
                        <a:rPr lang="en-US" sz="3200" dirty="0"/>
                        <a:t> </a:t>
                      </a:r>
                      <a:r>
                        <a:rPr lang="en-US" sz="3200" dirty="0" err="1"/>
                        <a:t>liệu</a:t>
                      </a:r>
                      <a:r>
                        <a:rPr lang="en-US" sz="3200" dirty="0"/>
                        <a:t>, </a:t>
                      </a:r>
                      <a:r>
                        <a:rPr lang="en-US" sz="3200" dirty="0" err="1"/>
                        <a:t>tổng</a:t>
                      </a:r>
                      <a:r>
                        <a:rPr lang="en-US" sz="3200" dirty="0"/>
                        <a:t> </a:t>
                      </a:r>
                      <a:r>
                        <a:rPr lang="en-US" sz="3200" dirty="0" err="1"/>
                        <a:t>hợp</a:t>
                      </a:r>
                      <a:r>
                        <a:rPr lang="en-US" sz="3200" dirty="0"/>
                        <a:t> </a:t>
                      </a:r>
                      <a:r>
                        <a:rPr lang="en-US" sz="3200" dirty="0" err="1"/>
                        <a:t>tài</a:t>
                      </a:r>
                      <a:r>
                        <a:rPr lang="en-US" sz="3200" dirty="0"/>
                        <a:t> </a:t>
                      </a:r>
                      <a:r>
                        <a:rPr lang="en-US" sz="3200" dirty="0" err="1"/>
                        <a:t>liệu</a:t>
                      </a:r>
                      <a:endParaRPr lang="en-ID" sz="3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ctr"/>
                      <a:r>
                        <a:rPr lang="en-US" sz="2400" dirty="0">
                          <a:solidFill>
                            <a:schemeClr val="bg1"/>
                          </a:solidFill>
                        </a:rPr>
                        <a:t>10%</a:t>
                      </a:r>
                      <a:endParaRPr lang="en-ID" sz="2400" dirty="0">
                        <a:solidFill>
                          <a:schemeClr val="bg1"/>
                        </a:solidFill>
                        <a:latin typeface="Noto Sans Bold" panose="020B0502040504020204" pitchFamily="34" charset="0"/>
                        <a:ea typeface="Noto Sans Bold" panose="020B0502040504020204" pitchFamily="34" charset="0"/>
                        <a:cs typeface="Noto Sans Bold" panose="020B0502040504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ctr"/>
                      <a:r>
                        <a:rPr lang="en-US" sz="2400" dirty="0">
                          <a:solidFill>
                            <a:schemeClr val="bg1"/>
                          </a:solidFill>
                        </a:rPr>
                        <a:t>8%</a:t>
                      </a:r>
                      <a:endParaRPr lang="en-ID" sz="2400" dirty="0">
                        <a:solidFill>
                          <a:schemeClr val="bg1"/>
                        </a:solidFill>
                        <a:latin typeface="Noto Sans Bold" panose="020B0502040504020204" pitchFamily="34" charset="0"/>
                        <a:ea typeface="Noto Sans Bold" panose="020B0502040504020204" pitchFamily="34" charset="0"/>
                        <a:cs typeface="Noto Sans Bold" panose="020B0502040504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ctr"/>
                      <a:r>
                        <a:rPr lang="en-US" sz="2400" dirty="0">
                          <a:solidFill>
                            <a:schemeClr val="bg1"/>
                          </a:solidFill>
                        </a:rPr>
                        <a:t>2%</a:t>
                      </a:r>
                      <a:endParaRPr lang="en-ID" sz="2400" dirty="0">
                        <a:solidFill>
                          <a:schemeClr val="bg1"/>
                        </a:solidFill>
                        <a:latin typeface="Noto Sans Bold" panose="020B0502040504020204" pitchFamily="34" charset="0"/>
                        <a:ea typeface="Noto Sans Bold" panose="020B0502040504020204" pitchFamily="34" charset="0"/>
                        <a:cs typeface="Noto Sans Bold" panose="020B0502040504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extLst>
                  <a:ext uri="{0D108BD9-81ED-4DB2-BD59-A6C34878D82A}">
                    <a16:rowId xmlns:a16="http://schemas.microsoft.com/office/drawing/2014/main" val="3274434175"/>
                  </a:ext>
                </a:extLst>
              </a:tr>
              <a:tr h="865387">
                <a:tc>
                  <a:txBody>
                    <a:bodyPr/>
                    <a:lstStyle/>
                    <a:p>
                      <a:pPr algn="ctr"/>
                      <a:r>
                        <a:rPr lang="en-US" sz="3200" dirty="0" err="1"/>
                        <a:t>Lập</a:t>
                      </a:r>
                      <a:r>
                        <a:rPr lang="en-US" sz="3200" dirty="0"/>
                        <a:t> </a:t>
                      </a:r>
                      <a:r>
                        <a:rPr lang="en-US" sz="3200" dirty="0" err="1"/>
                        <a:t>trình</a:t>
                      </a:r>
                      <a:endParaRPr lang="en-ID" sz="3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ctr"/>
                      <a:r>
                        <a:rPr lang="en-US" sz="2400" dirty="0">
                          <a:solidFill>
                            <a:schemeClr val="bg1"/>
                          </a:solidFill>
                        </a:rPr>
                        <a:t>50%</a:t>
                      </a:r>
                      <a:endParaRPr lang="en-ID" sz="2400" dirty="0">
                        <a:solidFill>
                          <a:schemeClr val="bg1"/>
                        </a:solidFill>
                        <a:latin typeface="Noto Sans Bold" panose="020B0502040504020204" pitchFamily="34" charset="0"/>
                        <a:ea typeface="Noto Sans Bold" panose="020B0502040504020204" pitchFamily="34" charset="0"/>
                        <a:cs typeface="Noto Sans Bold" panose="020B0502040504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ctr"/>
                      <a:r>
                        <a:rPr lang="en-US" sz="2400" dirty="0">
                          <a:solidFill>
                            <a:schemeClr val="bg1"/>
                          </a:solidFill>
                        </a:rPr>
                        <a:t>35%</a:t>
                      </a:r>
                      <a:endParaRPr lang="en-ID" sz="2400" dirty="0">
                        <a:solidFill>
                          <a:schemeClr val="bg1"/>
                        </a:solidFill>
                        <a:latin typeface="Noto Sans Bold" panose="020B0502040504020204" pitchFamily="34" charset="0"/>
                        <a:ea typeface="Noto Sans Bold" panose="020B0502040504020204" pitchFamily="34" charset="0"/>
                        <a:cs typeface="Noto Sans Bold" panose="020B0502040504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ctr"/>
                      <a:r>
                        <a:rPr lang="en-US" sz="2400" dirty="0">
                          <a:solidFill>
                            <a:schemeClr val="bg1"/>
                          </a:solidFill>
                        </a:rPr>
                        <a:t>15%</a:t>
                      </a:r>
                      <a:endParaRPr lang="en-ID" sz="2400" dirty="0">
                        <a:solidFill>
                          <a:schemeClr val="bg1"/>
                        </a:solidFill>
                        <a:latin typeface="Noto Sans Bold" panose="020B0502040504020204" pitchFamily="34" charset="0"/>
                        <a:ea typeface="Noto Sans Bold" panose="020B0502040504020204" pitchFamily="34" charset="0"/>
                        <a:cs typeface="Noto Sans Bold" panose="020B0502040504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extLst>
                  <a:ext uri="{0D108BD9-81ED-4DB2-BD59-A6C34878D82A}">
                    <a16:rowId xmlns:a16="http://schemas.microsoft.com/office/drawing/2014/main" val="120951541"/>
                  </a:ext>
                </a:extLst>
              </a:tr>
              <a:tr h="865387">
                <a:tc>
                  <a:txBody>
                    <a:bodyPr/>
                    <a:lstStyle/>
                    <a:p>
                      <a:pPr algn="ctr"/>
                      <a:r>
                        <a:rPr lang="en-US" sz="3200" dirty="0"/>
                        <a:t>Test</a:t>
                      </a:r>
                      <a:endParaRPr lang="en-ID" sz="3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ctr"/>
                      <a:r>
                        <a:rPr lang="en-US" sz="2400" dirty="0">
                          <a:solidFill>
                            <a:schemeClr val="bg1"/>
                          </a:solidFill>
                        </a:rPr>
                        <a:t>15%</a:t>
                      </a:r>
                      <a:endParaRPr lang="en-ID" sz="2400" dirty="0">
                        <a:solidFill>
                          <a:schemeClr val="bg1"/>
                        </a:solidFill>
                        <a:latin typeface="Noto Sans Bold" panose="020B0502040504020204" pitchFamily="34" charset="0"/>
                        <a:ea typeface="Noto Sans Bold" panose="020B0502040504020204" pitchFamily="34" charset="0"/>
                        <a:cs typeface="Noto Sans Bold" panose="020B0502040504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ctr"/>
                      <a:r>
                        <a:rPr lang="en-US" sz="2400" dirty="0">
                          <a:solidFill>
                            <a:schemeClr val="bg1"/>
                          </a:solidFill>
                        </a:rPr>
                        <a:t>11%</a:t>
                      </a:r>
                      <a:endParaRPr lang="en-ID" sz="2400" dirty="0">
                        <a:solidFill>
                          <a:schemeClr val="bg1"/>
                        </a:solidFill>
                        <a:latin typeface="Noto Sans Bold" panose="020B0502040504020204" pitchFamily="34" charset="0"/>
                        <a:ea typeface="Noto Sans Bold" panose="020B0502040504020204" pitchFamily="34" charset="0"/>
                        <a:cs typeface="Noto Sans Bold" panose="020B0502040504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ctr"/>
                      <a:r>
                        <a:rPr lang="en-US" sz="2400" dirty="0">
                          <a:solidFill>
                            <a:schemeClr val="bg1"/>
                          </a:solidFill>
                        </a:rPr>
                        <a:t>4%</a:t>
                      </a:r>
                      <a:endParaRPr lang="en-ID" sz="2400" dirty="0">
                        <a:solidFill>
                          <a:schemeClr val="bg1"/>
                        </a:solidFill>
                        <a:latin typeface="Noto Sans Bold" panose="020B0502040504020204" pitchFamily="34" charset="0"/>
                        <a:ea typeface="Noto Sans Bold" panose="020B0502040504020204" pitchFamily="34" charset="0"/>
                        <a:cs typeface="Noto Sans Bold" panose="020B0502040504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extLst>
                  <a:ext uri="{0D108BD9-81ED-4DB2-BD59-A6C34878D82A}">
                    <a16:rowId xmlns:a16="http://schemas.microsoft.com/office/drawing/2014/main" val="497901601"/>
                  </a:ext>
                </a:extLst>
              </a:tr>
              <a:tr h="865387">
                <a:tc>
                  <a:txBody>
                    <a:bodyPr/>
                    <a:lstStyle/>
                    <a:p>
                      <a:pPr algn="ctr"/>
                      <a:r>
                        <a:rPr lang="en-US" sz="3200" dirty="0"/>
                        <a:t>Báo </a:t>
                      </a:r>
                      <a:r>
                        <a:rPr lang="en-US" sz="3200" dirty="0" err="1"/>
                        <a:t>cáo</a:t>
                      </a:r>
                      <a:endParaRPr lang="en-ID" sz="3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ctr"/>
                      <a:r>
                        <a:rPr lang="en-US" sz="2400" dirty="0">
                          <a:solidFill>
                            <a:schemeClr val="bg1"/>
                          </a:solidFill>
                        </a:rPr>
                        <a:t>15%</a:t>
                      </a:r>
                      <a:endParaRPr lang="en-ID" sz="2400" dirty="0">
                        <a:solidFill>
                          <a:schemeClr val="bg1"/>
                        </a:solidFill>
                        <a:latin typeface="Noto Sans Bold" panose="020B0502040504020204" pitchFamily="34" charset="0"/>
                        <a:ea typeface="Noto Sans Bold" panose="020B0502040504020204" pitchFamily="34" charset="0"/>
                        <a:cs typeface="Noto Sans Bold" panose="020B0502040504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ctr"/>
                      <a:r>
                        <a:rPr lang="en-US" sz="2400" dirty="0">
                          <a:solidFill>
                            <a:schemeClr val="bg1"/>
                          </a:solidFill>
                        </a:rPr>
                        <a:t>2%</a:t>
                      </a:r>
                      <a:endParaRPr lang="en-ID" sz="2400" dirty="0">
                        <a:solidFill>
                          <a:schemeClr val="bg1"/>
                        </a:solidFill>
                        <a:latin typeface="Noto Sans Bold" panose="020B0502040504020204" pitchFamily="34" charset="0"/>
                        <a:ea typeface="Noto Sans Bold" panose="020B0502040504020204" pitchFamily="34" charset="0"/>
                        <a:cs typeface="Noto Sans Bold" panose="020B0502040504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ctr"/>
                      <a:r>
                        <a:rPr lang="en-US" sz="2400" dirty="0">
                          <a:solidFill>
                            <a:schemeClr val="bg1"/>
                          </a:solidFill>
                        </a:rPr>
                        <a:t>13%</a:t>
                      </a:r>
                      <a:endParaRPr lang="en-ID" sz="2400" dirty="0">
                        <a:solidFill>
                          <a:schemeClr val="bg1"/>
                        </a:solidFill>
                        <a:latin typeface="Noto Sans Bold" panose="020B0502040504020204" pitchFamily="34" charset="0"/>
                        <a:ea typeface="Noto Sans Bold" panose="020B0502040504020204" pitchFamily="34" charset="0"/>
                        <a:cs typeface="Noto Sans Bold" panose="020B0502040504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extLst>
                  <a:ext uri="{0D108BD9-81ED-4DB2-BD59-A6C34878D82A}">
                    <a16:rowId xmlns:a16="http://schemas.microsoft.com/office/drawing/2014/main" val="803533266"/>
                  </a:ext>
                </a:extLst>
              </a:tr>
              <a:tr h="865387">
                <a:tc>
                  <a:txBody>
                    <a:bodyPr/>
                    <a:lstStyle/>
                    <a:p>
                      <a:pPr algn="ctr"/>
                      <a:r>
                        <a:rPr lang="en-US" sz="3200" dirty="0"/>
                        <a:t>Upload </a:t>
                      </a:r>
                      <a:r>
                        <a:rPr lang="en-US" sz="3200" dirty="0" err="1"/>
                        <a:t>Github</a:t>
                      </a:r>
                      <a:endParaRPr lang="en-ID" sz="3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ctr"/>
                      <a:r>
                        <a:rPr lang="en-US" sz="2400" dirty="0">
                          <a:solidFill>
                            <a:schemeClr val="bg1"/>
                          </a:solidFill>
                        </a:rPr>
                        <a:t>5%</a:t>
                      </a:r>
                      <a:endParaRPr lang="en-ID" sz="2400" dirty="0">
                        <a:solidFill>
                          <a:schemeClr val="bg1"/>
                        </a:solidFill>
                        <a:latin typeface="Noto Sans Bold" panose="020B0502040504020204" pitchFamily="34" charset="0"/>
                        <a:ea typeface="Noto Sans Bold" panose="020B0502040504020204" pitchFamily="34" charset="0"/>
                        <a:cs typeface="Noto Sans Bold" panose="020B0502040504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ctr"/>
                      <a:r>
                        <a:rPr lang="en-US" sz="2400" dirty="0">
                          <a:solidFill>
                            <a:schemeClr val="bg1"/>
                          </a:solidFill>
                        </a:rPr>
                        <a:t>5%</a:t>
                      </a:r>
                      <a:endParaRPr lang="en-ID" sz="2400" dirty="0">
                        <a:solidFill>
                          <a:schemeClr val="bg1"/>
                        </a:solidFill>
                        <a:latin typeface="Noto Sans Bold" panose="020B0502040504020204" pitchFamily="34" charset="0"/>
                        <a:ea typeface="Noto Sans Bold" panose="020B0502040504020204" pitchFamily="34" charset="0"/>
                        <a:cs typeface="Noto Sans Bold" panose="020B0502040504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ctr"/>
                      <a:r>
                        <a:rPr lang="en-US" sz="2400" dirty="0">
                          <a:solidFill>
                            <a:schemeClr val="bg1"/>
                          </a:solidFill>
                        </a:rPr>
                        <a:t>0%</a:t>
                      </a:r>
                      <a:endParaRPr lang="en-ID" sz="2400" dirty="0">
                        <a:solidFill>
                          <a:schemeClr val="bg1"/>
                        </a:solidFill>
                        <a:latin typeface="Noto Sans Bold" panose="020B0502040504020204" pitchFamily="34" charset="0"/>
                        <a:ea typeface="Noto Sans Bold" panose="020B0502040504020204" pitchFamily="34" charset="0"/>
                        <a:cs typeface="Noto Sans Bold" panose="020B0502040504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extLst>
                  <a:ext uri="{0D108BD9-81ED-4DB2-BD59-A6C34878D82A}">
                    <a16:rowId xmlns:a16="http://schemas.microsoft.com/office/drawing/2014/main" val="1165012620"/>
                  </a:ext>
                </a:extLst>
              </a:tr>
              <a:tr h="865387">
                <a:tc>
                  <a:txBody>
                    <a:bodyPr/>
                    <a:lstStyle/>
                    <a:p>
                      <a:pPr algn="ctr"/>
                      <a:r>
                        <a:rPr lang="en-US" sz="3200" dirty="0" err="1"/>
                        <a:t>Tổng</a:t>
                      </a:r>
                      <a:r>
                        <a:rPr lang="en-US" sz="3200" dirty="0"/>
                        <a:t> </a:t>
                      </a:r>
                      <a:r>
                        <a:rPr lang="en-US" sz="3200" dirty="0" err="1"/>
                        <a:t>cộng</a:t>
                      </a:r>
                      <a:endParaRPr lang="en-ID" sz="3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ctr"/>
                      <a:r>
                        <a:rPr lang="vi-VN" sz="2200">
                          <a:solidFill>
                            <a:schemeClr val="bg1"/>
                          </a:solidFill>
                        </a:rPr>
                        <a:t>100%</a:t>
                      </a:r>
                      <a:endParaRPr lang="en-ID" sz="2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ctr"/>
                      <a:r>
                        <a:rPr lang="en-US" sz="2200" dirty="0">
                          <a:solidFill>
                            <a:schemeClr val="bg1"/>
                          </a:solidFill>
                        </a:rPr>
                        <a:t>64%</a:t>
                      </a:r>
                      <a:endParaRPr lang="en-ID" sz="2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tc>
                  <a:txBody>
                    <a:bodyPr/>
                    <a:lstStyle/>
                    <a:p>
                      <a:pPr algn="ctr"/>
                      <a:r>
                        <a:rPr lang="en-US" sz="2200" dirty="0">
                          <a:solidFill>
                            <a:schemeClr val="bg1"/>
                          </a:solidFill>
                        </a:rPr>
                        <a:t>36%</a:t>
                      </a:r>
                      <a:endParaRPr lang="en-ID" sz="2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2845"/>
                    </a:solidFill>
                  </a:tcPr>
                </a:tc>
                <a:extLst>
                  <a:ext uri="{0D108BD9-81ED-4DB2-BD59-A6C34878D82A}">
                    <a16:rowId xmlns:a16="http://schemas.microsoft.com/office/drawing/2014/main" val="2383179214"/>
                  </a:ext>
                </a:extLst>
              </a:tr>
            </a:tbl>
          </a:graphicData>
        </a:graphic>
      </p:graphicFrame>
      <p:pic>
        <p:nvPicPr>
          <p:cNvPr id="17" name="Graphic 16" descr="Harvey Balls 55% with solid fill">
            <a:extLst>
              <a:ext uri="{FF2B5EF4-FFF2-40B4-BE49-F238E27FC236}">
                <a16:creationId xmlns:a16="http://schemas.microsoft.com/office/drawing/2014/main" id="{0C6FE8A7-DA79-97AB-8A8B-265EAE7F4B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735000" y="8648700"/>
            <a:ext cx="1296000" cy="1296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845"/>
        </a:solidFill>
        <a:effectLst/>
      </p:bgPr>
    </p:bg>
    <p:spTree>
      <p:nvGrpSpPr>
        <p:cNvPr id="1" name=""/>
        <p:cNvGrpSpPr/>
        <p:nvPr/>
      </p:nvGrpSpPr>
      <p:grpSpPr>
        <a:xfrm>
          <a:off x="0" y="0"/>
          <a:ext cx="0" cy="0"/>
          <a:chOff x="0" y="0"/>
          <a:chExt cx="0" cy="0"/>
        </a:xfrm>
      </p:grpSpPr>
      <p:grpSp>
        <p:nvGrpSpPr>
          <p:cNvPr id="2" name="Group 2"/>
          <p:cNvGrpSpPr/>
          <p:nvPr/>
        </p:nvGrpSpPr>
        <p:grpSpPr>
          <a:xfrm>
            <a:off x="17225526" y="1735550"/>
            <a:ext cx="334300" cy="334300"/>
            <a:chOff x="0" y="0"/>
            <a:chExt cx="445733" cy="445733"/>
          </a:xfrm>
        </p:grpSpPr>
        <p:sp>
          <p:nvSpPr>
            <p:cNvPr id="3" name="Freeform 3"/>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4" name="Group 4"/>
          <p:cNvGrpSpPr/>
          <p:nvPr/>
        </p:nvGrpSpPr>
        <p:grpSpPr>
          <a:xfrm>
            <a:off x="17284050" y="970350"/>
            <a:ext cx="217300" cy="217300"/>
            <a:chOff x="0" y="0"/>
            <a:chExt cx="289733" cy="289733"/>
          </a:xfrm>
        </p:grpSpPr>
        <p:sp>
          <p:nvSpPr>
            <p:cNvPr id="5" name="Freeform 5"/>
            <p:cNvSpPr/>
            <p:nvPr/>
          </p:nvSpPr>
          <p:spPr>
            <a:xfrm>
              <a:off x="127" y="127"/>
              <a:ext cx="289560" cy="289560"/>
            </a:xfrm>
            <a:custGeom>
              <a:avLst/>
              <a:gdLst/>
              <a:ahLst/>
              <a:cxnLst/>
              <a:rect l="l" t="t" r="r" b="b"/>
              <a:pathLst>
                <a:path w="289560" h="289560">
                  <a:moveTo>
                    <a:pt x="267081" y="23622"/>
                  </a:moveTo>
                  <a:lnTo>
                    <a:pt x="267081" y="268351"/>
                  </a:lnTo>
                  <a:lnTo>
                    <a:pt x="22352" y="268351"/>
                  </a:lnTo>
                  <a:lnTo>
                    <a:pt x="22352" y="23622"/>
                  </a:lnTo>
                  <a:close/>
                  <a:moveTo>
                    <a:pt x="0" y="0"/>
                  </a:moveTo>
                  <a:lnTo>
                    <a:pt x="0" y="289560"/>
                  </a:lnTo>
                  <a:lnTo>
                    <a:pt x="289560" y="289560"/>
                  </a:lnTo>
                  <a:lnTo>
                    <a:pt x="289560" y="0"/>
                  </a:lnTo>
                  <a:close/>
                </a:path>
              </a:pathLst>
            </a:custGeom>
            <a:solidFill>
              <a:srgbClr val="FC723F"/>
            </a:solidFill>
          </p:spPr>
          <p:txBody>
            <a:bodyPr/>
            <a:lstStyle/>
            <a:p>
              <a:endParaRPr lang="en-ID"/>
            </a:p>
          </p:txBody>
        </p:sp>
      </p:grpSp>
      <p:grpSp>
        <p:nvGrpSpPr>
          <p:cNvPr id="6" name="Group 6"/>
          <p:cNvGrpSpPr/>
          <p:nvPr/>
        </p:nvGrpSpPr>
        <p:grpSpPr>
          <a:xfrm>
            <a:off x="17708900" y="390050"/>
            <a:ext cx="311850" cy="312750"/>
            <a:chOff x="0" y="0"/>
            <a:chExt cx="415800" cy="417000"/>
          </a:xfrm>
        </p:grpSpPr>
        <p:sp>
          <p:nvSpPr>
            <p:cNvPr id="7" name="Freeform 7"/>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grpSp>
        <p:nvGrpSpPr>
          <p:cNvPr id="8" name="Group 8"/>
          <p:cNvGrpSpPr/>
          <p:nvPr/>
        </p:nvGrpSpPr>
        <p:grpSpPr>
          <a:xfrm>
            <a:off x="304420" y="9507822"/>
            <a:ext cx="190986" cy="190924"/>
            <a:chOff x="0" y="0"/>
            <a:chExt cx="254648" cy="254565"/>
          </a:xfrm>
        </p:grpSpPr>
        <p:sp>
          <p:nvSpPr>
            <p:cNvPr id="9" name="Freeform 9"/>
            <p:cNvSpPr/>
            <p:nvPr/>
          </p:nvSpPr>
          <p:spPr>
            <a:xfrm>
              <a:off x="127" y="0"/>
              <a:ext cx="254381" cy="254508"/>
            </a:xfrm>
            <a:custGeom>
              <a:avLst/>
              <a:gdLst/>
              <a:ahLst/>
              <a:cxnLst/>
              <a:rect l="l" t="t" r="r" b="b"/>
              <a:pathLst>
                <a:path w="254381" h="254508">
                  <a:moveTo>
                    <a:pt x="219202" y="36830"/>
                  </a:moveTo>
                  <a:lnTo>
                    <a:pt x="219202" y="219329"/>
                  </a:lnTo>
                  <a:lnTo>
                    <a:pt x="36703" y="219329"/>
                  </a:lnTo>
                  <a:lnTo>
                    <a:pt x="36703" y="36830"/>
                  </a:lnTo>
                  <a:close/>
                  <a:moveTo>
                    <a:pt x="0" y="0"/>
                  </a:moveTo>
                  <a:lnTo>
                    <a:pt x="0" y="254508"/>
                  </a:lnTo>
                  <a:lnTo>
                    <a:pt x="254381" y="254508"/>
                  </a:lnTo>
                  <a:lnTo>
                    <a:pt x="254381" y="0"/>
                  </a:lnTo>
                  <a:close/>
                </a:path>
              </a:pathLst>
            </a:custGeom>
            <a:solidFill>
              <a:srgbClr val="FF9973"/>
            </a:solidFill>
          </p:spPr>
          <p:txBody>
            <a:bodyPr/>
            <a:lstStyle/>
            <a:p>
              <a:endParaRPr lang="en-ID"/>
            </a:p>
          </p:txBody>
        </p:sp>
      </p:grpSp>
      <p:grpSp>
        <p:nvGrpSpPr>
          <p:cNvPr id="10" name="Group 10"/>
          <p:cNvGrpSpPr/>
          <p:nvPr/>
        </p:nvGrpSpPr>
        <p:grpSpPr>
          <a:xfrm>
            <a:off x="17782576" y="1432170"/>
            <a:ext cx="164518" cy="164518"/>
            <a:chOff x="0" y="0"/>
            <a:chExt cx="219357" cy="219357"/>
          </a:xfrm>
        </p:grpSpPr>
        <p:sp>
          <p:nvSpPr>
            <p:cNvPr id="11" name="Freeform 11"/>
            <p:cNvSpPr/>
            <p:nvPr/>
          </p:nvSpPr>
          <p:spPr>
            <a:xfrm>
              <a:off x="127" y="127"/>
              <a:ext cx="219202" cy="219202"/>
            </a:xfrm>
            <a:custGeom>
              <a:avLst/>
              <a:gdLst/>
              <a:ahLst/>
              <a:cxnLst/>
              <a:rect l="l" t="t" r="r" b="b"/>
              <a:pathLst>
                <a:path w="219202" h="219202">
                  <a:moveTo>
                    <a:pt x="0" y="0"/>
                  </a:moveTo>
                  <a:lnTo>
                    <a:pt x="0" y="219202"/>
                  </a:lnTo>
                  <a:lnTo>
                    <a:pt x="219202" y="219202"/>
                  </a:lnTo>
                  <a:lnTo>
                    <a:pt x="219202" y="0"/>
                  </a:lnTo>
                  <a:close/>
                </a:path>
              </a:pathLst>
            </a:custGeom>
            <a:solidFill>
              <a:srgbClr val="F64975"/>
            </a:solidFill>
          </p:spPr>
          <p:txBody>
            <a:bodyPr/>
            <a:lstStyle/>
            <a:p>
              <a:endParaRPr lang="en-ID"/>
            </a:p>
          </p:txBody>
        </p:sp>
      </p:grpSp>
      <p:grpSp>
        <p:nvGrpSpPr>
          <p:cNvPr id="12" name="Group 12"/>
          <p:cNvGrpSpPr/>
          <p:nvPr/>
        </p:nvGrpSpPr>
        <p:grpSpPr>
          <a:xfrm>
            <a:off x="404850" y="8803450"/>
            <a:ext cx="334300" cy="334300"/>
            <a:chOff x="0" y="0"/>
            <a:chExt cx="445733" cy="445733"/>
          </a:xfrm>
        </p:grpSpPr>
        <p:sp>
          <p:nvSpPr>
            <p:cNvPr id="13" name="Freeform 13"/>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14" name="Group 14"/>
          <p:cNvGrpSpPr/>
          <p:nvPr/>
        </p:nvGrpSpPr>
        <p:grpSpPr>
          <a:xfrm>
            <a:off x="925800" y="9507800"/>
            <a:ext cx="311850" cy="312750"/>
            <a:chOff x="0" y="0"/>
            <a:chExt cx="415800" cy="417000"/>
          </a:xfrm>
        </p:grpSpPr>
        <p:sp>
          <p:nvSpPr>
            <p:cNvPr id="15" name="Freeform 15"/>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sp>
        <p:nvSpPr>
          <p:cNvPr id="18" name="TextBox 18"/>
          <p:cNvSpPr txBox="1"/>
          <p:nvPr/>
        </p:nvSpPr>
        <p:spPr>
          <a:xfrm>
            <a:off x="572000" y="567967"/>
            <a:ext cx="8341312" cy="1028700"/>
          </a:xfrm>
          <a:prstGeom prst="rect">
            <a:avLst/>
          </a:prstGeom>
        </p:spPr>
        <p:txBody>
          <a:bodyPr lIns="0" tIns="0" rIns="0" bIns="0" rtlCol="0" anchor="t">
            <a:spAutoFit/>
          </a:bodyPr>
          <a:lstStyle/>
          <a:p>
            <a:pPr algn="ctr">
              <a:lnSpc>
                <a:spcPts val="8400"/>
              </a:lnSpc>
            </a:pPr>
            <a:r>
              <a:rPr lang="vi-VN" sz="6000" b="1">
                <a:solidFill>
                  <a:srgbClr val="FFFFFF"/>
                </a:solidFill>
                <a:latin typeface="Noto Sans Bold"/>
                <a:ea typeface="Noto Sans Bold"/>
                <a:cs typeface="Noto Sans Bold"/>
                <a:sym typeface="Noto Sans Bold"/>
              </a:rPr>
              <a:t>VI</a:t>
            </a:r>
            <a:r>
              <a:rPr lang="en-US" sz="6000" b="1">
                <a:solidFill>
                  <a:srgbClr val="FFFFFF"/>
                </a:solidFill>
                <a:latin typeface="Noto Sans Bold"/>
                <a:ea typeface="Noto Sans Bold"/>
                <a:cs typeface="Noto Sans Bold"/>
                <a:sym typeface="Noto Sans Bold"/>
              </a:rPr>
              <a:t>. </a:t>
            </a:r>
            <a:r>
              <a:rPr lang="en-US" sz="6000" b="1" dirty="0" err="1">
                <a:solidFill>
                  <a:srgbClr val="FFFFFF"/>
                </a:solidFill>
                <a:latin typeface="Noto Sans Bold"/>
                <a:ea typeface="Noto Sans Bold"/>
                <a:cs typeface="Noto Sans Bold"/>
                <a:sym typeface="Noto Sans Bold"/>
              </a:rPr>
              <a:t>Kết</a:t>
            </a:r>
            <a:r>
              <a:rPr lang="en-US" sz="6000" b="1" dirty="0">
                <a:solidFill>
                  <a:srgbClr val="FFFFFF"/>
                </a:solidFill>
                <a:latin typeface="Noto Sans Bold"/>
                <a:ea typeface="Noto Sans Bold"/>
                <a:cs typeface="Noto Sans Bold"/>
                <a:sym typeface="Noto Sans Bold"/>
              </a:rPr>
              <a:t> </a:t>
            </a:r>
            <a:r>
              <a:rPr lang="en-US" sz="6000" b="1" dirty="0" err="1">
                <a:solidFill>
                  <a:srgbClr val="FFFFFF"/>
                </a:solidFill>
                <a:latin typeface="Noto Sans Bold"/>
                <a:ea typeface="Noto Sans Bold"/>
                <a:cs typeface="Noto Sans Bold"/>
                <a:sym typeface="Noto Sans Bold"/>
              </a:rPr>
              <a:t>quả</a:t>
            </a:r>
            <a:r>
              <a:rPr lang="en-US" sz="6000" b="1" dirty="0">
                <a:solidFill>
                  <a:srgbClr val="FFFFFF"/>
                </a:solidFill>
                <a:latin typeface="Noto Sans Bold"/>
                <a:ea typeface="Noto Sans Bold"/>
                <a:cs typeface="Noto Sans Bold"/>
                <a:sym typeface="Noto Sans Bold"/>
              </a:rPr>
              <a:t> </a:t>
            </a:r>
            <a:r>
              <a:rPr lang="en-US" sz="6000" b="1" dirty="0" err="1">
                <a:solidFill>
                  <a:srgbClr val="FFFFFF"/>
                </a:solidFill>
                <a:latin typeface="Noto Sans Bold"/>
                <a:ea typeface="Noto Sans Bold"/>
                <a:cs typeface="Noto Sans Bold"/>
                <a:sym typeface="Noto Sans Bold"/>
              </a:rPr>
              <a:t>dự</a:t>
            </a:r>
            <a:r>
              <a:rPr lang="en-US" sz="6000" b="1" dirty="0">
                <a:solidFill>
                  <a:srgbClr val="FFFFFF"/>
                </a:solidFill>
                <a:latin typeface="Noto Sans Bold"/>
                <a:ea typeface="Noto Sans Bold"/>
                <a:cs typeface="Noto Sans Bold"/>
                <a:sym typeface="Noto Sans Bold"/>
              </a:rPr>
              <a:t> </a:t>
            </a:r>
            <a:r>
              <a:rPr lang="en-US" sz="6000" b="1" dirty="0" err="1">
                <a:solidFill>
                  <a:srgbClr val="FFFFFF"/>
                </a:solidFill>
                <a:latin typeface="Noto Sans Bold"/>
                <a:ea typeface="Noto Sans Bold"/>
                <a:cs typeface="Noto Sans Bold"/>
                <a:sym typeface="Noto Sans Bold"/>
              </a:rPr>
              <a:t>kiến</a:t>
            </a:r>
            <a:endParaRPr lang="en-US" sz="6000" b="1" dirty="0">
              <a:solidFill>
                <a:srgbClr val="FFFFFF"/>
              </a:solidFill>
              <a:latin typeface="Noto Sans Bold"/>
              <a:ea typeface="Noto Sans Bold"/>
              <a:cs typeface="Noto Sans Bold"/>
              <a:sym typeface="Noto Sans Bold"/>
            </a:endParaRPr>
          </a:p>
        </p:txBody>
      </p:sp>
      <p:sp>
        <p:nvSpPr>
          <p:cNvPr id="20" name="TextBox 19">
            <a:extLst>
              <a:ext uri="{FF2B5EF4-FFF2-40B4-BE49-F238E27FC236}">
                <a16:creationId xmlns:a16="http://schemas.microsoft.com/office/drawing/2014/main" id="{5441A229-157F-FF45-9E80-2D970A459487}"/>
              </a:ext>
            </a:extLst>
          </p:cNvPr>
          <p:cNvSpPr txBox="1"/>
          <p:nvPr/>
        </p:nvSpPr>
        <p:spPr>
          <a:xfrm>
            <a:off x="1866900" y="2635121"/>
            <a:ext cx="14554200" cy="5016758"/>
          </a:xfrm>
          <a:prstGeom prst="rect">
            <a:avLst/>
          </a:prstGeom>
          <a:noFill/>
        </p:spPr>
        <p:txBody>
          <a:bodyPr wrap="square">
            <a:spAutoFit/>
          </a:bodyPr>
          <a:lstStyle/>
          <a:p>
            <a:pPr marL="571500" indent="-571500">
              <a:buFont typeface="Arial" panose="020B0604020202020204" pitchFamily="34" charset="0"/>
              <a:buChar char="•"/>
            </a:pPr>
            <a:r>
              <a:rPr lang="vi-VN" sz="4000" b="0" i="0" dirty="0">
                <a:solidFill>
                  <a:schemeClr val="bg1"/>
                </a:solidFill>
                <a:effectLst/>
                <a:latin typeface="Noto Sans" panose="020B0502040504020204" pitchFamily="34" charset="0"/>
                <a:ea typeface="Noto Sans" panose="020B0502040504020204" pitchFamily="34" charset="0"/>
                <a:cs typeface="Noto Sans" panose="020B0502040504020204" pitchFamily="34" charset="0"/>
              </a:rPr>
              <a:t>Hệ thống phần mềm quản lý bãi giữ xe hoàn chỉnh, có thể sử dụng ở quy</a:t>
            </a:r>
            <a:r>
              <a:rPr lang="en-US" sz="4000" b="0" i="0" dirty="0">
                <a:solidFill>
                  <a:schemeClr val="bg1"/>
                </a:solidFill>
                <a:effectLst/>
                <a:latin typeface="Noto Sans" panose="020B0502040504020204" pitchFamily="34" charset="0"/>
                <a:ea typeface="Noto Sans" panose="020B0502040504020204" pitchFamily="34" charset="0"/>
                <a:cs typeface="Noto Sans" panose="020B0502040504020204" pitchFamily="34" charset="0"/>
              </a:rPr>
              <a:t> </a:t>
            </a:r>
            <a:r>
              <a:rPr lang="vi-VN" sz="4000" b="0" i="0" dirty="0">
                <a:solidFill>
                  <a:schemeClr val="bg1"/>
                </a:solidFill>
                <a:effectLst/>
                <a:latin typeface="Noto Sans" panose="020B0502040504020204" pitchFamily="34" charset="0"/>
                <a:ea typeface="Noto Sans" panose="020B0502040504020204" pitchFamily="34" charset="0"/>
                <a:cs typeface="Noto Sans" panose="020B0502040504020204" pitchFamily="34" charset="0"/>
              </a:rPr>
              <a:t>mô nhỏ như trường học, công ty</a:t>
            </a:r>
            <a:r>
              <a:rPr lang="en-US" sz="4000" b="0" i="0" dirty="0">
                <a:solidFill>
                  <a:schemeClr val="bg1"/>
                </a:solidFill>
                <a:effectLst/>
                <a:latin typeface="Noto Sans" panose="020B0502040504020204" pitchFamily="34" charset="0"/>
                <a:ea typeface="Noto Sans" panose="020B0502040504020204" pitchFamily="34" charset="0"/>
                <a:cs typeface="Noto Sans" panose="020B0502040504020204" pitchFamily="34" charset="0"/>
              </a:rPr>
              <a:t>.</a:t>
            </a:r>
          </a:p>
          <a:p>
            <a:endParaRPr lang="en-US" sz="4000" b="0" i="0" dirty="0">
              <a:solidFill>
                <a:schemeClr val="bg1"/>
              </a:solidFill>
              <a:effectLst/>
              <a:latin typeface="Noto Sans" panose="020B0502040504020204" pitchFamily="34" charset="0"/>
              <a:ea typeface="Noto Sans" panose="020B0502040504020204" pitchFamily="34" charset="0"/>
              <a:cs typeface="Noto Sans" panose="020B0502040504020204" pitchFamily="34" charset="0"/>
            </a:endParaRPr>
          </a:p>
          <a:p>
            <a:pPr marL="571500" indent="-571500">
              <a:buFont typeface="Arial" panose="020B0604020202020204" pitchFamily="34" charset="0"/>
              <a:buChar char="•"/>
            </a:pPr>
            <a:r>
              <a:rPr lang="en-US" sz="4000" b="0" i="0" dirty="0">
                <a:solidFill>
                  <a:schemeClr val="bg1"/>
                </a:solidFill>
                <a:effectLst/>
                <a:latin typeface="Noto Sans" panose="020B0502040504020204" pitchFamily="34" charset="0"/>
                <a:ea typeface="Noto Sans" panose="020B0502040504020204" pitchFamily="34" charset="0"/>
                <a:cs typeface="Noto Sans" panose="020B0502040504020204" pitchFamily="34" charset="0"/>
              </a:rPr>
              <a:t>G</a:t>
            </a:r>
            <a:r>
              <a:rPr lang="vi-VN" sz="4000" b="0" i="0" dirty="0" err="1">
                <a:solidFill>
                  <a:schemeClr val="bg1"/>
                </a:solidFill>
                <a:effectLst/>
                <a:latin typeface="Noto Sans" panose="020B0502040504020204" pitchFamily="34" charset="0"/>
                <a:ea typeface="Noto Sans" panose="020B0502040504020204" pitchFamily="34" charset="0"/>
                <a:cs typeface="Noto Sans" panose="020B0502040504020204" pitchFamily="34" charset="0"/>
              </a:rPr>
              <a:t>iao</a:t>
            </a:r>
            <a:r>
              <a:rPr lang="vi-VN" sz="4000" b="0" i="0" dirty="0">
                <a:solidFill>
                  <a:schemeClr val="bg1"/>
                </a:solidFill>
                <a:effectLst/>
                <a:latin typeface="Noto Sans" panose="020B0502040504020204" pitchFamily="34" charset="0"/>
                <a:ea typeface="Noto Sans" panose="020B0502040504020204" pitchFamily="34" charset="0"/>
                <a:cs typeface="Noto Sans" panose="020B0502040504020204" pitchFamily="34" charset="0"/>
              </a:rPr>
              <a:t> diện đơn giản, không quá phức tạp, kẻ bảng để hiện thị thông tin rõ hơn</a:t>
            </a:r>
            <a:r>
              <a:rPr lang="en-US" sz="4000" b="0" i="0" dirty="0">
                <a:solidFill>
                  <a:schemeClr val="bg1"/>
                </a:solidFill>
                <a:effectLst/>
                <a:latin typeface="Noto Sans" panose="020B0502040504020204" pitchFamily="34" charset="0"/>
                <a:ea typeface="Noto Sans" panose="020B0502040504020204" pitchFamily="34" charset="0"/>
                <a:cs typeface="Noto Sans" panose="020B0502040504020204" pitchFamily="34" charset="0"/>
              </a:rPr>
              <a:t>.</a:t>
            </a:r>
          </a:p>
          <a:p>
            <a:pPr marL="571500" indent="-571500">
              <a:buFont typeface="Arial" panose="020B0604020202020204" pitchFamily="34" charset="0"/>
              <a:buChar char="•"/>
            </a:pPr>
            <a:endParaRPr lang="en-US" sz="4000" b="0" i="0" dirty="0">
              <a:solidFill>
                <a:schemeClr val="bg1"/>
              </a:solidFill>
              <a:effectLst/>
              <a:latin typeface="Noto Sans" panose="020B0502040504020204" pitchFamily="34" charset="0"/>
              <a:ea typeface="Noto Sans" panose="020B0502040504020204" pitchFamily="34" charset="0"/>
              <a:cs typeface="Noto Sans" panose="020B0502040504020204" pitchFamily="34" charset="0"/>
            </a:endParaRPr>
          </a:p>
          <a:p>
            <a:pPr marL="571500" indent="-571500">
              <a:buFont typeface="Arial" panose="020B0604020202020204" pitchFamily="34" charset="0"/>
              <a:buChar char="•"/>
            </a:pPr>
            <a:r>
              <a:rPr lang="vi-VN" sz="4000" b="0" i="0" dirty="0">
                <a:solidFill>
                  <a:schemeClr val="bg1"/>
                </a:solidFill>
                <a:effectLst/>
                <a:latin typeface="Noto Sans" panose="020B0502040504020204" pitchFamily="34" charset="0"/>
                <a:ea typeface="Noto Sans" panose="020B0502040504020204" pitchFamily="34" charset="0"/>
                <a:cs typeface="Noto Sans" panose="020B0502040504020204" pitchFamily="34" charset="0"/>
              </a:rPr>
              <a:t>Hệ thống hoạt động nhanh, không còn sai sót trong quá trình sử dụng</a:t>
            </a:r>
            <a:r>
              <a:rPr lang="en-US" sz="4000" b="0" i="0" dirty="0">
                <a:solidFill>
                  <a:schemeClr val="bg1"/>
                </a:solidFill>
                <a:effectLst/>
                <a:latin typeface="Noto Sans Bold" panose="020B0802040504020204" charset="0"/>
                <a:ea typeface="Noto Sans Bold" panose="020B0802040504020204" charset="0"/>
                <a:cs typeface="Noto Sans" panose="020B0502040504020204" pitchFamily="34" charset="0"/>
              </a:rPr>
              <a:t>.</a:t>
            </a:r>
            <a:endParaRPr lang="en-ID" sz="4000" dirty="0">
              <a:solidFill>
                <a:schemeClr val="bg1"/>
              </a:solidFill>
              <a:latin typeface="Noto Sans Bold" panose="020B0802040504020204" charset="0"/>
              <a:ea typeface="Noto Sans Bold" panose="020B0802040504020204" charset="0"/>
              <a:cs typeface="Noto Sans" panose="020B0502040504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845"/>
        </a:solidFill>
        <a:effectLst/>
      </p:bgPr>
    </p:bg>
    <p:spTree>
      <p:nvGrpSpPr>
        <p:cNvPr id="1" name=""/>
        <p:cNvGrpSpPr/>
        <p:nvPr/>
      </p:nvGrpSpPr>
      <p:grpSpPr>
        <a:xfrm>
          <a:off x="0" y="0"/>
          <a:ext cx="0" cy="0"/>
          <a:chOff x="0" y="0"/>
          <a:chExt cx="0" cy="0"/>
        </a:xfrm>
      </p:grpSpPr>
      <p:grpSp>
        <p:nvGrpSpPr>
          <p:cNvPr id="2" name="Group 2"/>
          <p:cNvGrpSpPr/>
          <p:nvPr/>
        </p:nvGrpSpPr>
        <p:grpSpPr>
          <a:xfrm>
            <a:off x="17225526" y="1735550"/>
            <a:ext cx="334300" cy="334300"/>
            <a:chOff x="0" y="0"/>
            <a:chExt cx="445733" cy="445733"/>
          </a:xfrm>
        </p:grpSpPr>
        <p:sp>
          <p:nvSpPr>
            <p:cNvPr id="3" name="Freeform 3"/>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4" name="Group 4"/>
          <p:cNvGrpSpPr/>
          <p:nvPr/>
        </p:nvGrpSpPr>
        <p:grpSpPr>
          <a:xfrm>
            <a:off x="17284050" y="970350"/>
            <a:ext cx="217300" cy="217300"/>
            <a:chOff x="0" y="0"/>
            <a:chExt cx="289733" cy="289733"/>
          </a:xfrm>
        </p:grpSpPr>
        <p:sp>
          <p:nvSpPr>
            <p:cNvPr id="5" name="Freeform 5"/>
            <p:cNvSpPr/>
            <p:nvPr/>
          </p:nvSpPr>
          <p:spPr>
            <a:xfrm>
              <a:off x="127" y="127"/>
              <a:ext cx="289560" cy="289560"/>
            </a:xfrm>
            <a:custGeom>
              <a:avLst/>
              <a:gdLst/>
              <a:ahLst/>
              <a:cxnLst/>
              <a:rect l="l" t="t" r="r" b="b"/>
              <a:pathLst>
                <a:path w="289560" h="289560">
                  <a:moveTo>
                    <a:pt x="267081" y="23622"/>
                  </a:moveTo>
                  <a:lnTo>
                    <a:pt x="267081" y="268351"/>
                  </a:lnTo>
                  <a:lnTo>
                    <a:pt x="22352" y="268351"/>
                  </a:lnTo>
                  <a:lnTo>
                    <a:pt x="22352" y="23622"/>
                  </a:lnTo>
                  <a:close/>
                  <a:moveTo>
                    <a:pt x="0" y="0"/>
                  </a:moveTo>
                  <a:lnTo>
                    <a:pt x="0" y="289560"/>
                  </a:lnTo>
                  <a:lnTo>
                    <a:pt x="289560" y="289560"/>
                  </a:lnTo>
                  <a:lnTo>
                    <a:pt x="289560" y="0"/>
                  </a:lnTo>
                  <a:close/>
                </a:path>
              </a:pathLst>
            </a:custGeom>
            <a:solidFill>
              <a:srgbClr val="FC723F"/>
            </a:solidFill>
          </p:spPr>
          <p:txBody>
            <a:bodyPr/>
            <a:lstStyle/>
            <a:p>
              <a:endParaRPr lang="en-ID"/>
            </a:p>
          </p:txBody>
        </p:sp>
      </p:grpSp>
      <p:grpSp>
        <p:nvGrpSpPr>
          <p:cNvPr id="6" name="Group 6"/>
          <p:cNvGrpSpPr/>
          <p:nvPr/>
        </p:nvGrpSpPr>
        <p:grpSpPr>
          <a:xfrm>
            <a:off x="17708900" y="390050"/>
            <a:ext cx="311850" cy="312750"/>
            <a:chOff x="0" y="0"/>
            <a:chExt cx="415800" cy="417000"/>
          </a:xfrm>
        </p:grpSpPr>
        <p:sp>
          <p:nvSpPr>
            <p:cNvPr id="7" name="Freeform 7"/>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grpSp>
        <p:nvGrpSpPr>
          <p:cNvPr id="8" name="Group 8"/>
          <p:cNvGrpSpPr/>
          <p:nvPr/>
        </p:nvGrpSpPr>
        <p:grpSpPr>
          <a:xfrm>
            <a:off x="304420" y="9507822"/>
            <a:ext cx="190986" cy="190924"/>
            <a:chOff x="0" y="0"/>
            <a:chExt cx="254648" cy="254565"/>
          </a:xfrm>
        </p:grpSpPr>
        <p:sp>
          <p:nvSpPr>
            <p:cNvPr id="9" name="Freeform 9"/>
            <p:cNvSpPr/>
            <p:nvPr/>
          </p:nvSpPr>
          <p:spPr>
            <a:xfrm>
              <a:off x="127" y="0"/>
              <a:ext cx="254381" cy="254508"/>
            </a:xfrm>
            <a:custGeom>
              <a:avLst/>
              <a:gdLst/>
              <a:ahLst/>
              <a:cxnLst/>
              <a:rect l="l" t="t" r="r" b="b"/>
              <a:pathLst>
                <a:path w="254381" h="254508">
                  <a:moveTo>
                    <a:pt x="219202" y="36830"/>
                  </a:moveTo>
                  <a:lnTo>
                    <a:pt x="219202" y="219329"/>
                  </a:lnTo>
                  <a:lnTo>
                    <a:pt x="36703" y="219329"/>
                  </a:lnTo>
                  <a:lnTo>
                    <a:pt x="36703" y="36830"/>
                  </a:lnTo>
                  <a:close/>
                  <a:moveTo>
                    <a:pt x="0" y="0"/>
                  </a:moveTo>
                  <a:lnTo>
                    <a:pt x="0" y="254508"/>
                  </a:lnTo>
                  <a:lnTo>
                    <a:pt x="254381" y="254508"/>
                  </a:lnTo>
                  <a:lnTo>
                    <a:pt x="254381" y="0"/>
                  </a:lnTo>
                  <a:close/>
                </a:path>
              </a:pathLst>
            </a:custGeom>
            <a:solidFill>
              <a:srgbClr val="FF9973"/>
            </a:solidFill>
          </p:spPr>
          <p:txBody>
            <a:bodyPr/>
            <a:lstStyle/>
            <a:p>
              <a:endParaRPr lang="en-ID"/>
            </a:p>
          </p:txBody>
        </p:sp>
      </p:grpSp>
      <p:grpSp>
        <p:nvGrpSpPr>
          <p:cNvPr id="10" name="Group 10"/>
          <p:cNvGrpSpPr/>
          <p:nvPr/>
        </p:nvGrpSpPr>
        <p:grpSpPr>
          <a:xfrm>
            <a:off x="17782576" y="1432170"/>
            <a:ext cx="164518" cy="164518"/>
            <a:chOff x="0" y="0"/>
            <a:chExt cx="219357" cy="219357"/>
          </a:xfrm>
        </p:grpSpPr>
        <p:sp>
          <p:nvSpPr>
            <p:cNvPr id="11" name="Freeform 11"/>
            <p:cNvSpPr/>
            <p:nvPr/>
          </p:nvSpPr>
          <p:spPr>
            <a:xfrm>
              <a:off x="127" y="127"/>
              <a:ext cx="219202" cy="219202"/>
            </a:xfrm>
            <a:custGeom>
              <a:avLst/>
              <a:gdLst/>
              <a:ahLst/>
              <a:cxnLst/>
              <a:rect l="l" t="t" r="r" b="b"/>
              <a:pathLst>
                <a:path w="219202" h="219202">
                  <a:moveTo>
                    <a:pt x="0" y="0"/>
                  </a:moveTo>
                  <a:lnTo>
                    <a:pt x="0" y="219202"/>
                  </a:lnTo>
                  <a:lnTo>
                    <a:pt x="219202" y="219202"/>
                  </a:lnTo>
                  <a:lnTo>
                    <a:pt x="219202" y="0"/>
                  </a:lnTo>
                  <a:close/>
                </a:path>
              </a:pathLst>
            </a:custGeom>
            <a:solidFill>
              <a:srgbClr val="F64975"/>
            </a:solidFill>
          </p:spPr>
          <p:txBody>
            <a:bodyPr/>
            <a:lstStyle/>
            <a:p>
              <a:endParaRPr lang="en-ID"/>
            </a:p>
          </p:txBody>
        </p:sp>
      </p:grpSp>
      <p:grpSp>
        <p:nvGrpSpPr>
          <p:cNvPr id="12" name="Group 12"/>
          <p:cNvGrpSpPr/>
          <p:nvPr/>
        </p:nvGrpSpPr>
        <p:grpSpPr>
          <a:xfrm>
            <a:off x="404850" y="8803450"/>
            <a:ext cx="334300" cy="334300"/>
            <a:chOff x="0" y="0"/>
            <a:chExt cx="445733" cy="445733"/>
          </a:xfrm>
        </p:grpSpPr>
        <p:sp>
          <p:nvSpPr>
            <p:cNvPr id="13" name="Freeform 13"/>
            <p:cNvSpPr/>
            <p:nvPr/>
          </p:nvSpPr>
          <p:spPr>
            <a:xfrm>
              <a:off x="0" y="0"/>
              <a:ext cx="445770" cy="445770"/>
            </a:xfrm>
            <a:custGeom>
              <a:avLst/>
              <a:gdLst/>
              <a:ahLst/>
              <a:cxnLst/>
              <a:rect l="l" t="t" r="r" b="b"/>
              <a:pathLst>
                <a:path w="445770" h="445770">
                  <a:moveTo>
                    <a:pt x="415671" y="29972"/>
                  </a:moveTo>
                  <a:lnTo>
                    <a:pt x="415671" y="415671"/>
                  </a:lnTo>
                  <a:lnTo>
                    <a:pt x="29972" y="415671"/>
                  </a:lnTo>
                  <a:lnTo>
                    <a:pt x="29972" y="29972"/>
                  </a:lnTo>
                  <a:close/>
                  <a:moveTo>
                    <a:pt x="0" y="0"/>
                  </a:moveTo>
                  <a:lnTo>
                    <a:pt x="0" y="445770"/>
                  </a:lnTo>
                  <a:lnTo>
                    <a:pt x="445770" y="445770"/>
                  </a:lnTo>
                  <a:lnTo>
                    <a:pt x="445770" y="0"/>
                  </a:lnTo>
                  <a:close/>
                </a:path>
              </a:pathLst>
            </a:custGeom>
            <a:solidFill>
              <a:srgbClr val="FFD6E1"/>
            </a:solidFill>
          </p:spPr>
          <p:txBody>
            <a:bodyPr/>
            <a:lstStyle/>
            <a:p>
              <a:endParaRPr lang="en-ID"/>
            </a:p>
          </p:txBody>
        </p:sp>
      </p:grpSp>
      <p:grpSp>
        <p:nvGrpSpPr>
          <p:cNvPr id="14" name="Group 14"/>
          <p:cNvGrpSpPr/>
          <p:nvPr/>
        </p:nvGrpSpPr>
        <p:grpSpPr>
          <a:xfrm>
            <a:off x="925800" y="9507800"/>
            <a:ext cx="311850" cy="312750"/>
            <a:chOff x="0" y="0"/>
            <a:chExt cx="415800" cy="417000"/>
          </a:xfrm>
        </p:grpSpPr>
        <p:sp>
          <p:nvSpPr>
            <p:cNvPr id="15" name="Freeform 15"/>
            <p:cNvSpPr/>
            <p:nvPr/>
          </p:nvSpPr>
          <p:spPr>
            <a:xfrm>
              <a:off x="0" y="0"/>
              <a:ext cx="415671" cy="416941"/>
            </a:xfrm>
            <a:custGeom>
              <a:avLst/>
              <a:gdLst/>
              <a:ahLst/>
              <a:cxnLst/>
              <a:rect l="l" t="t" r="r" b="b"/>
              <a:pathLst>
                <a:path w="415671" h="416941">
                  <a:moveTo>
                    <a:pt x="0" y="0"/>
                  </a:moveTo>
                  <a:lnTo>
                    <a:pt x="0" y="416941"/>
                  </a:lnTo>
                  <a:lnTo>
                    <a:pt x="415671" y="416941"/>
                  </a:lnTo>
                  <a:lnTo>
                    <a:pt x="415671" y="0"/>
                  </a:lnTo>
                  <a:close/>
                </a:path>
              </a:pathLst>
            </a:custGeom>
            <a:solidFill>
              <a:srgbClr val="00CFCC"/>
            </a:solidFill>
          </p:spPr>
          <p:txBody>
            <a:bodyPr/>
            <a:lstStyle/>
            <a:p>
              <a:endParaRPr lang="en-ID"/>
            </a:p>
          </p:txBody>
        </p:sp>
      </p:grpSp>
      <p:sp>
        <p:nvSpPr>
          <p:cNvPr id="16" name="TextBox 16"/>
          <p:cNvSpPr txBox="1"/>
          <p:nvPr/>
        </p:nvSpPr>
        <p:spPr>
          <a:xfrm>
            <a:off x="791498" y="755969"/>
            <a:ext cx="13510250" cy="1006558"/>
          </a:xfrm>
          <a:prstGeom prst="rect">
            <a:avLst/>
          </a:prstGeom>
        </p:spPr>
        <p:txBody>
          <a:bodyPr wrap="square" lIns="0" tIns="0" rIns="0" bIns="0" rtlCol="0" anchor="t">
            <a:spAutoFit/>
          </a:bodyPr>
          <a:lstStyle/>
          <a:p>
            <a:pPr algn="ctr">
              <a:lnSpc>
                <a:spcPts val="8400"/>
              </a:lnSpc>
            </a:pPr>
            <a:r>
              <a:rPr lang="vi-VN" sz="6000" b="1">
                <a:solidFill>
                  <a:srgbClr val="FFFFFF"/>
                </a:solidFill>
                <a:latin typeface="Noto Sans Bold"/>
                <a:ea typeface="Noto Sans Bold"/>
                <a:cs typeface="Noto Sans Bold"/>
                <a:sym typeface="Noto Sans Bold"/>
              </a:rPr>
              <a:t>VII</a:t>
            </a:r>
            <a:r>
              <a:rPr lang="en-US" sz="6000" b="1">
                <a:solidFill>
                  <a:srgbClr val="FFFFFF"/>
                </a:solidFill>
                <a:latin typeface="Noto Sans Bold"/>
                <a:ea typeface="Noto Sans Bold"/>
                <a:cs typeface="Noto Sans Bold"/>
                <a:sym typeface="Noto Sans Bold"/>
              </a:rPr>
              <a:t>. Thời gian hoàn thành dự kiến</a:t>
            </a:r>
          </a:p>
        </p:txBody>
      </p:sp>
      <p:sp>
        <p:nvSpPr>
          <p:cNvPr id="17" name="TextBox 17"/>
          <p:cNvSpPr txBox="1"/>
          <p:nvPr/>
        </p:nvSpPr>
        <p:spPr>
          <a:xfrm>
            <a:off x="925798" y="3297137"/>
            <a:ext cx="15457202" cy="1389163"/>
          </a:xfrm>
          <a:prstGeom prst="rect">
            <a:avLst/>
          </a:prstGeom>
        </p:spPr>
        <p:txBody>
          <a:bodyPr wrap="square" lIns="0" tIns="0" rIns="0" bIns="0" rtlCol="0" anchor="t">
            <a:spAutoFit/>
          </a:bodyPr>
          <a:lstStyle/>
          <a:p>
            <a:pPr marL="1003303" lvl="1" indent="-571500" algn="just">
              <a:lnSpc>
                <a:spcPts val="5600"/>
              </a:lnSpc>
              <a:buFont typeface="Arial" panose="020B0604020202020204" pitchFamily="34" charset="0"/>
              <a:buChar char="•"/>
            </a:pPr>
            <a:r>
              <a:rPr lang="vi-VN" sz="4000" dirty="0">
                <a:solidFill>
                  <a:schemeClr val="bg1"/>
                </a:solidFill>
                <a:latin typeface="Noto Sans Bold" panose="020B0802040504020204"/>
                <a:ea typeface="Noto Sans Bold" panose="020B0802040504020204"/>
                <a:cs typeface="Noto Sans Bold" panose="020B0802040504020204"/>
              </a:rPr>
              <a:t>Dự kiến hoàn thành toàn bộ các chức năng chính của dự án trước ngày 15/6, đảm bảo đúng tiến độ được giao.</a:t>
            </a:r>
            <a:endParaRPr lang="en-US" sz="4000" b="1" dirty="0">
              <a:solidFill>
                <a:schemeClr val="bg1"/>
              </a:solidFill>
              <a:latin typeface="Noto Sans Bold" panose="020B0802040504020204"/>
              <a:ea typeface="Noto Sans Bold" panose="020B0802040504020204"/>
              <a:cs typeface="Noto Sans Bold" panose="020B0802040504020204"/>
              <a:sym typeface="Noto Sans Bold"/>
            </a:endParaRPr>
          </a:p>
        </p:txBody>
      </p:sp>
      <p:pic>
        <p:nvPicPr>
          <p:cNvPr id="21" name="Picture 20">
            <a:extLst>
              <a:ext uri="{FF2B5EF4-FFF2-40B4-BE49-F238E27FC236}">
                <a16:creationId xmlns:a16="http://schemas.microsoft.com/office/drawing/2014/main" id="{001F573E-5078-A237-D212-7FF21A9516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22886" y="8343900"/>
            <a:ext cx="1579214" cy="1579214"/>
          </a:xfrm>
          <a:prstGeom prst="rect">
            <a:avLst/>
          </a:prstGeom>
        </p:spPr>
      </p:pic>
      <p:sp>
        <p:nvSpPr>
          <p:cNvPr id="18" name="TextBox 17">
            <a:extLst>
              <a:ext uri="{FF2B5EF4-FFF2-40B4-BE49-F238E27FC236}">
                <a16:creationId xmlns:a16="http://schemas.microsoft.com/office/drawing/2014/main" id="{306FB58A-C22F-0CAD-552D-C944D19E4A5E}"/>
              </a:ext>
            </a:extLst>
          </p:cNvPr>
          <p:cNvSpPr txBox="1"/>
          <p:nvPr/>
        </p:nvSpPr>
        <p:spPr>
          <a:xfrm>
            <a:off x="925798" y="5299654"/>
            <a:ext cx="13697647" cy="671018"/>
          </a:xfrm>
          <a:prstGeom prst="rect">
            <a:avLst/>
          </a:prstGeom>
        </p:spPr>
        <p:txBody>
          <a:bodyPr wrap="square" lIns="0" tIns="0" rIns="0" bIns="0" rtlCol="0" anchor="t">
            <a:spAutoFit/>
          </a:bodyPr>
          <a:lstStyle/>
          <a:p>
            <a:pPr marL="1003303" lvl="1" indent="-571500" algn="just">
              <a:lnSpc>
                <a:spcPts val="5600"/>
              </a:lnSpc>
              <a:buFont typeface="Arial" panose="020B0604020202020204" pitchFamily="34" charset="0"/>
              <a:buChar char="•"/>
            </a:pPr>
            <a:r>
              <a:rPr lang="vi-VN" sz="4000" b="1" dirty="0">
                <a:solidFill>
                  <a:schemeClr val="bg1"/>
                </a:solidFill>
                <a:latin typeface="Noto Sans Bold" panose="020B0802040504020204"/>
                <a:ea typeface="Noto Sans Bold" panose="020B0802040504020204"/>
                <a:cs typeface="Noto Sans Bold" panose="020B0802040504020204"/>
                <a:sym typeface="Noto Sans Bold"/>
              </a:rPr>
              <a:t>Hoàn thành báo cáo và thuyết trình cho dự án.</a:t>
            </a:r>
            <a:endParaRPr lang="en-US" sz="4000" b="1" dirty="0">
              <a:solidFill>
                <a:schemeClr val="bg1"/>
              </a:solidFill>
              <a:latin typeface="Noto Sans Bold" panose="020B0802040504020204"/>
              <a:ea typeface="Noto Sans Bold" panose="020B0802040504020204"/>
              <a:cs typeface="Noto Sans Bold" panose="020B0802040504020204"/>
              <a:sym typeface="Noto Sans Bold"/>
            </a:endParaRPr>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3" name="Rectangle 103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32" name="Picture 8" descr="Page 5 - Free, editable, professional-quality YouTube outro templates |  Canva">
            <a:extLst>
              <a:ext uri="{FF2B5EF4-FFF2-40B4-BE49-F238E27FC236}">
                <a16:creationId xmlns:a16="http://schemas.microsoft.com/office/drawing/2014/main" id="{52A4B14F-9152-6F3A-7ED3-C2A22D2177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0" cy="1028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279</TotalTime>
  <Words>451</Words>
  <Application>Microsoft Office PowerPoint</Application>
  <PresentationFormat>Custom</PresentationFormat>
  <Paragraphs>106</Paragraphs>
  <Slides>16</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Noto Sans Bold</vt:lpstr>
      <vt:lpstr>Arial</vt:lpstr>
      <vt:lpstr>Times New Roman</vt:lpstr>
      <vt:lpstr>Arimo</vt:lpstr>
      <vt:lpstr>Calibri</vt:lpstr>
      <vt:lpstr>Noto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nhaxethongminh.pptx</dc:title>
  <cp:lastModifiedBy>Nguyễn Ngọc Anh</cp:lastModifiedBy>
  <cp:revision>25</cp:revision>
  <dcterms:created xsi:type="dcterms:W3CDTF">2006-08-16T00:00:00Z</dcterms:created>
  <dcterms:modified xsi:type="dcterms:W3CDTF">2025-05-25T08:45:25Z</dcterms:modified>
  <dc:identifier>DAGm2rRpAuA</dc:identifier>
</cp:coreProperties>
</file>